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revisionInfo.xml" ContentType="application/vnd.ms-powerpoint.revisioninfo+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34" r:id="rId1"/>
  </p:sldMasterIdLst>
  <p:sldIdLst>
    <p:sldId id="256" r:id="rId2"/>
    <p:sldId id="258" r:id="rId3"/>
    <p:sldId id="259" r:id="rId4"/>
    <p:sldId id="273" r:id="rId5"/>
    <p:sldId id="274" r:id="rId6"/>
    <p:sldId id="268" r:id="rId7"/>
    <p:sldId id="269" r:id="rId8"/>
    <p:sldId id="270" r:id="rId9"/>
    <p:sldId id="271" r:id="rId10"/>
    <p:sldId id="272"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0"/>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0B2C1E-58AF-485C-99B2-8186F9F95C99}" v="102" dt="2026-08-12T05:11:32.24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snapToGrid="0" snapToObjects="1">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dhana Sanivarapu" userId="0b47bcbc6733348d" providerId="Windows Live" clId="Web-{1D9AA03E-4824-48C3-985B-D3CC66F266E6}"/>
    <pc:docChg chg="mod modSld addMainMaster delMainMaster">
      <pc:chgData name="Sadhana Sanivarapu" userId="0b47bcbc6733348d" providerId="Windows Live" clId="Web-{1D9AA03E-4824-48C3-985B-D3CC66F266E6}" dt="2026-08-07T04:17:52.203" v="86" actId="14100"/>
      <pc:docMkLst>
        <pc:docMk/>
      </pc:docMkLst>
      <pc:sldChg chg="addSp delSp modSp mod modClrScheme chgLayout">
        <pc:chgData name="Sadhana Sanivarapu" userId="0b47bcbc6733348d" providerId="Windows Live" clId="Web-{1D9AA03E-4824-48C3-985B-D3CC66F266E6}" dt="2026-08-07T04:17:52.203" v="86" actId="14100"/>
        <pc:sldMkLst>
          <pc:docMk/>
          <pc:sldMk cId="0" sldId="256"/>
        </pc:sldMkLst>
        <pc:spChg chg="mod ord">
          <ac:chgData name="Sadhana Sanivarapu" userId="0b47bcbc6733348d" providerId="Windows Live" clId="Web-{1D9AA03E-4824-48C3-985B-D3CC66F266E6}" dt="2026-08-07T04:11:12.016" v="6" actId="20577"/>
          <ac:spMkLst>
            <pc:docMk/>
            <pc:sldMk cId="0" sldId="256"/>
            <ac:spMk id="2" creationId="{00000000-0000-0000-0000-000000000000}"/>
          </ac:spMkLst>
        </pc:spChg>
      </pc:sldChg>
      <pc:sldChg chg="modSp mod modClrScheme chgLayout">
        <pc:chgData name="Sadhana Sanivarapu" userId="0b47bcbc6733348d" providerId="Windows Live" clId="Web-{1D9AA03E-4824-48C3-985B-D3CC66F266E6}" dt="2026-08-07T04:10:11.154" v="0"/>
        <pc:sldMkLst>
          <pc:docMk/>
          <pc:sldMk cId="0" sldId="257"/>
        </pc:sldMkLst>
        <pc:spChg chg="mod ord">
          <ac:chgData name="Sadhana Sanivarapu" userId="0b47bcbc6733348d" providerId="Windows Live" clId="Web-{1D9AA03E-4824-48C3-985B-D3CC66F266E6}" dt="2026-08-07T04:10:11.154" v="0"/>
          <ac:spMkLst>
            <pc:docMk/>
            <pc:sldMk cId="0" sldId="257"/>
            <ac:spMk id="2" creationId="{00000000-0000-0000-0000-000000000000}"/>
          </ac:spMkLst>
        </pc:spChg>
      </pc:sldChg>
      <pc:sldChg chg="modSp mod modClrScheme chgLayout">
        <pc:chgData name="Sadhana Sanivarapu" userId="0b47bcbc6733348d" providerId="Windows Live" clId="Web-{1D9AA03E-4824-48C3-985B-D3CC66F266E6}" dt="2026-08-07T04:10:11.154" v="0"/>
        <pc:sldMkLst>
          <pc:docMk/>
          <pc:sldMk cId="0" sldId="258"/>
        </pc:sldMkLst>
        <pc:spChg chg="mod ord">
          <ac:chgData name="Sadhana Sanivarapu" userId="0b47bcbc6733348d" providerId="Windows Live" clId="Web-{1D9AA03E-4824-48C3-985B-D3CC66F266E6}" dt="2026-08-07T04:10:11.154" v="0"/>
          <ac:spMkLst>
            <pc:docMk/>
            <pc:sldMk cId="0" sldId="258"/>
            <ac:spMk id="2" creationId="{00000000-0000-0000-0000-000000000000}"/>
          </ac:spMkLst>
        </pc:spChg>
        <pc:spChg chg="mod ord">
          <ac:chgData name="Sadhana Sanivarapu" userId="0b47bcbc6733348d" providerId="Windows Live" clId="Web-{1D9AA03E-4824-48C3-985B-D3CC66F266E6}" dt="2026-08-07T04:10:11.154" v="0"/>
          <ac:spMkLst>
            <pc:docMk/>
            <pc:sldMk cId="0" sldId="258"/>
            <ac:spMk id="3" creationId="{00000000-0000-0000-0000-000000000000}"/>
          </ac:spMkLst>
        </pc:spChg>
      </pc:sldChg>
      <pc:sldChg chg="modSp mod modClrScheme chgLayout">
        <pc:chgData name="Sadhana Sanivarapu" userId="0b47bcbc6733348d" providerId="Windows Live" clId="Web-{1D9AA03E-4824-48C3-985B-D3CC66F266E6}" dt="2026-08-07T04:10:11.154" v="0"/>
        <pc:sldMkLst>
          <pc:docMk/>
          <pc:sldMk cId="0" sldId="259"/>
        </pc:sldMkLst>
        <pc:spChg chg="mod ord">
          <ac:chgData name="Sadhana Sanivarapu" userId="0b47bcbc6733348d" providerId="Windows Live" clId="Web-{1D9AA03E-4824-48C3-985B-D3CC66F266E6}" dt="2026-08-07T04:10:11.154" v="0"/>
          <ac:spMkLst>
            <pc:docMk/>
            <pc:sldMk cId="0" sldId="259"/>
            <ac:spMk id="2" creationId="{00000000-0000-0000-0000-000000000000}"/>
          </ac:spMkLst>
        </pc:spChg>
        <pc:spChg chg="mod ord">
          <ac:chgData name="Sadhana Sanivarapu" userId="0b47bcbc6733348d" providerId="Windows Live" clId="Web-{1D9AA03E-4824-48C3-985B-D3CC66F266E6}" dt="2026-08-07T04:10:11.154" v="0"/>
          <ac:spMkLst>
            <pc:docMk/>
            <pc:sldMk cId="0" sldId="259"/>
            <ac:spMk id="3" creationId="{00000000-0000-0000-0000-000000000000}"/>
          </ac:spMkLst>
        </pc:spChg>
      </pc:sldChg>
    </pc:docChg>
  </pc:docChgLst>
  <pc:docChgLst>
    <pc:chgData name="Sadhana Sanivarapu" userId="0b47bcbc6733348d" providerId="Windows Live" clId="Web-{FB0B2C1E-58AF-485C-99B2-8186F9F95C99}"/>
    <pc:docChg chg="mod addSld delSld modSld addMainMaster delMainMaster">
      <pc:chgData name="Sadhana Sanivarapu" userId="0b47bcbc6733348d" providerId="Windows Live" clId="Web-{FB0B2C1E-58AF-485C-99B2-8186F9F95C99}" dt="2026-08-12T05:11:32.249" v="117" actId="14100"/>
      <pc:docMkLst>
        <pc:docMk/>
      </pc:docMkLst>
      <pc:sldChg chg="modSp mod modClrScheme chgLayout">
        <pc:chgData name="Sadhana Sanivarapu" userId="0b47bcbc6733348d" providerId="Windows Live" clId="Web-{FB0B2C1E-58AF-485C-99B2-8186F9F95C99}" dt="2026-08-12T05:04:20.972" v="92"/>
        <pc:sldMkLst>
          <pc:docMk/>
          <pc:sldMk cId="0" sldId="256"/>
        </pc:sldMkLst>
        <pc:spChg chg="mod ord">
          <ac:chgData name="Sadhana Sanivarapu" userId="0b47bcbc6733348d" providerId="Windows Live" clId="Web-{FB0B2C1E-58AF-485C-99B2-8186F9F95C99}" dt="2026-08-12T05:04:20.972" v="92"/>
          <ac:spMkLst>
            <pc:docMk/>
            <pc:sldMk cId="0" sldId="256"/>
            <ac:spMk id="2" creationId="{00000000-0000-0000-0000-000000000000}"/>
          </ac:spMkLst>
        </pc:spChg>
        <pc:picChg chg="mod ord">
          <ac:chgData name="Sadhana Sanivarapu" userId="0b47bcbc6733348d" providerId="Windows Live" clId="Web-{FB0B2C1E-58AF-485C-99B2-8186F9F95C99}" dt="2026-08-12T05:04:20.972" v="92"/>
          <ac:picMkLst>
            <pc:docMk/>
            <pc:sldMk cId="0" sldId="256"/>
            <ac:picMk id="10" creationId="{2B0F19F2-DAAE-8DDB-8614-10660BBB9451}"/>
          </ac:picMkLst>
        </pc:picChg>
      </pc:sldChg>
      <pc:sldChg chg="modSp mod modClrScheme chgLayout">
        <pc:chgData name="Sadhana Sanivarapu" userId="0b47bcbc6733348d" providerId="Windows Live" clId="Web-{FB0B2C1E-58AF-485C-99B2-8186F9F95C99}" dt="2026-08-12T05:04:20.972" v="92"/>
        <pc:sldMkLst>
          <pc:docMk/>
          <pc:sldMk cId="0" sldId="257"/>
        </pc:sldMkLst>
        <pc:spChg chg="mod ord">
          <ac:chgData name="Sadhana Sanivarapu" userId="0b47bcbc6733348d" providerId="Windows Live" clId="Web-{FB0B2C1E-58AF-485C-99B2-8186F9F95C99}" dt="2026-08-12T05:04:20.972" v="92"/>
          <ac:spMkLst>
            <pc:docMk/>
            <pc:sldMk cId="0" sldId="257"/>
            <ac:spMk id="2" creationId="{00000000-0000-0000-0000-000000000000}"/>
          </ac:spMkLst>
        </pc:spChg>
        <pc:spChg chg="mod ord">
          <ac:chgData name="Sadhana Sanivarapu" userId="0b47bcbc6733348d" providerId="Windows Live" clId="Web-{FB0B2C1E-58AF-485C-99B2-8186F9F95C99}" dt="2026-08-12T05:04:20.972" v="92"/>
          <ac:spMkLst>
            <pc:docMk/>
            <pc:sldMk cId="0" sldId="257"/>
            <ac:spMk id="6" creationId="{D4B58C8E-26E5-1DFE-BC43-FEA0260F7C94}"/>
          </ac:spMkLst>
        </pc:spChg>
      </pc:sldChg>
      <pc:sldChg chg="modSp mod modClrScheme chgLayout">
        <pc:chgData name="Sadhana Sanivarapu" userId="0b47bcbc6733348d" providerId="Windows Live" clId="Web-{FB0B2C1E-58AF-485C-99B2-8186F9F95C99}" dt="2026-08-12T05:11:32.249" v="117" actId="14100"/>
        <pc:sldMkLst>
          <pc:docMk/>
          <pc:sldMk cId="0" sldId="258"/>
        </pc:sldMkLst>
        <pc:spChg chg="mod ord">
          <ac:chgData name="Sadhana Sanivarapu" userId="0b47bcbc6733348d" providerId="Windows Live" clId="Web-{FB0B2C1E-58AF-485C-99B2-8186F9F95C99}" dt="2026-08-12T05:04:20.972" v="92"/>
          <ac:spMkLst>
            <pc:docMk/>
            <pc:sldMk cId="0" sldId="258"/>
            <ac:spMk id="2" creationId="{00000000-0000-0000-0000-000000000000}"/>
          </ac:spMkLst>
        </pc:spChg>
        <pc:spChg chg="mod ord">
          <ac:chgData name="Sadhana Sanivarapu" userId="0b47bcbc6733348d" providerId="Windows Live" clId="Web-{FB0B2C1E-58AF-485C-99B2-8186F9F95C99}" dt="2026-08-12T05:11:32.249" v="117" actId="14100"/>
          <ac:spMkLst>
            <pc:docMk/>
            <pc:sldMk cId="0" sldId="258"/>
            <ac:spMk id="3" creationId="{00000000-0000-0000-0000-000000000000}"/>
          </ac:spMkLst>
        </pc:spChg>
      </pc:sldChg>
      <pc:sldChg chg="modSp mod modClrScheme chgLayout">
        <pc:chgData name="Sadhana Sanivarapu" userId="0b47bcbc6733348d" providerId="Windows Live" clId="Web-{FB0B2C1E-58AF-485C-99B2-8186F9F95C99}" dt="2026-08-12T05:10:44.451" v="111" actId="14100"/>
        <pc:sldMkLst>
          <pc:docMk/>
          <pc:sldMk cId="0" sldId="259"/>
        </pc:sldMkLst>
        <pc:spChg chg="mod ord">
          <ac:chgData name="Sadhana Sanivarapu" userId="0b47bcbc6733348d" providerId="Windows Live" clId="Web-{FB0B2C1E-58AF-485C-99B2-8186F9F95C99}" dt="2026-08-12T05:04:20.972" v="92"/>
          <ac:spMkLst>
            <pc:docMk/>
            <pc:sldMk cId="0" sldId="259"/>
            <ac:spMk id="2" creationId="{00000000-0000-0000-0000-000000000000}"/>
          </ac:spMkLst>
        </pc:spChg>
        <pc:spChg chg="mod ord">
          <ac:chgData name="Sadhana Sanivarapu" userId="0b47bcbc6733348d" providerId="Windows Live" clId="Web-{FB0B2C1E-58AF-485C-99B2-8186F9F95C99}" dt="2026-08-12T05:10:44.451" v="111" actId="14100"/>
          <ac:spMkLst>
            <pc:docMk/>
            <pc:sldMk cId="0" sldId="259"/>
            <ac:spMk id="3" creationId="{00000000-0000-0000-0000-000000000000}"/>
          </ac:spMkLst>
        </pc:spChg>
      </pc:sldChg>
      <pc:sldChg chg="del">
        <pc:chgData name="Sadhana Sanivarapu" userId="0b47bcbc6733348d" providerId="Windows Live" clId="Web-{FB0B2C1E-58AF-485C-99B2-8186F9F95C99}" dt="2026-08-12T04:58:56.620" v="57"/>
        <pc:sldMkLst>
          <pc:docMk/>
          <pc:sldMk cId="0" sldId="260"/>
        </pc:sldMkLst>
      </pc:sldChg>
      <pc:sldChg chg="del">
        <pc:chgData name="Sadhana Sanivarapu" userId="0b47bcbc6733348d" providerId="Windows Live" clId="Web-{FB0B2C1E-58AF-485C-99B2-8186F9F95C99}" dt="2026-08-12T04:58:58.152" v="58"/>
        <pc:sldMkLst>
          <pc:docMk/>
          <pc:sldMk cId="0" sldId="261"/>
        </pc:sldMkLst>
      </pc:sldChg>
      <pc:sldChg chg="del">
        <pc:chgData name="Sadhana Sanivarapu" userId="0b47bcbc6733348d" providerId="Windows Live" clId="Web-{FB0B2C1E-58AF-485C-99B2-8186F9F95C99}" dt="2026-08-12T04:58:59.980" v="59"/>
        <pc:sldMkLst>
          <pc:docMk/>
          <pc:sldMk cId="0" sldId="263"/>
        </pc:sldMkLst>
      </pc:sldChg>
      <pc:sldChg chg="del">
        <pc:chgData name="Sadhana Sanivarapu" userId="0b47bcbc6733348d" providerId="Windows Live" clId="Web-{FB0B2C1E-58AF-485C-99B2-8186F9F95C99}" dt="2026-08-12T04:59:01.449" v="60"/>
        <pc:sldMkLst>
          <pc:docMk/>
          <pc:sldMk cId="0" sldId="264"/>
        </pc:sldMkLst>
      </pc:sldChg>
      <pc:sldChg chg="del">
        <pc:chgData name="Sadhana Sanivarapu" userId="0b47bcbc6733348d" providerId="Windows Live" clId="Web-{FB0B2C1E-58AF-485C-99B2-8186F9F95C99}" dt="2026-08-12T04:59:03.043" v="61"/>
        <pc:sldMkLst>
          <pc:docMk/>
          <pc:sldMk cId="0" sldId="265"/>
        </pc:sldMkLst>
      </pc:sldChg>
      <pc:sldChg chg="del">
        <pc:chgData name="Sadhana Sanivarapu" userId="0b47bcbc6733348d" providerId="Windows Live" clId="Web-{FB0B2C1E-58AF-485C-99B2-8186F9F95C99}" dt="2026-08-12T04:59:04.777" v="62"/>
        <pc:sldMkLst>
          <pc:docMk/>
          <pc:sldMk cId="0" sldId="266"/>
        </pc:sldMkLst>
      </pc:sldChg>
      <pc:sldChg chg="del">
        <pc:chgData name="Sadhana Sanivarapu" userId="0b47bcbc6733348d" providerId="Windows Live" clId="Web-{FB0B2C1E-58AF-485C-99B2-8186F9F95C99}" dt="2026-08-12T04:59:06.215" v="63"/>
        <pc:sldMkLst>
          <pc:docMk/>
          <pc:sldMk cId="0" sldId="267"/>
        </pc:sldMkLst>
      </pc:sldChg>
      <pc:sldChg chg="delSp modSp new mod modClrScheme chgLayout">
        <pc:chgData name="Sadhana Sanivarapu" userId="0b47bcbc6733348d" providerId="Windows Live" clId="Web-{FB0B2C1E-58AF-485C-99B2-8186F9F95C99}" dt="2026-08-12T05:10:33.186" v="108" actId="14100"/>
        <pc:sldMkLst>
          <pc:docMk/>
          <pc:sldMk cId="942598673" sldId="268"/>
        </pc:sldMkLst>
        <pc:spChg chg="mod ord">
          <ac:chgData name="Sadhana Sanivarapu" userId="0b47bcbc6733348d" providerId="Windows Live" clId="Web-{FB0B2C1E-58AF-485C-99B2-8186F9F95C99}" dt="2026-08-12T05:04:20.972" v="92"/>
          <ac:spMkLst>
            <pc:docMk/>
            <pc:sldMk cId="942598673" sldId="268"/>
            <ac:spMk id="2" creationId="{1BBF196E-8095-B0F4-EAE9-6446CC41918D}"/>
          </ac:spMkLst>
        </pc:spChg>
        <pc:spChg chg="mod ord">
          <ac:chgData name="Sadhana Sanivarapu" userId="0b47bcbc6733348d" providerId="Windows Live" clId="Web-{FB0B2C1E-58AF-485C-99B2-8186F9F95C99}" dt="2026-08-12T05:10:33.186" v="108" actId="14100"/>
          <ac:spMkLst>
            <pc:docMk/>
            <pc:sldMk cId="942598673" sldId="268"/>
            <ac:spMk id="3" creationId="{139CCF38-BCB4-791B-E5DD-8C29D697D54E}"/>
          </ac:spMkLst>
        </pc:spChg>
        <pc:spChg chg="mod ord">
          <ac:chgData name="Sadhana Sanivarapu" userId="0b47bcbc6733348d" providerId="Windows Live" clId="Web-{FB0B2C1E-58AF-485C-99B2-8186F9F95C99}" dt="2026-08-12T05:04:20.972" v="92"/>
          <ac:spMkLst>
            <pc:docMk/>
            <pc:sldMk cId="942598673" sldId="268"/>
            <ac:spMk id="4" creationId="{C8A35764-0BDF-58C0-92C1-666D33A149F6}"/>
          </ac:spMkLst>
        </pc:spChg>
        <pc:spChg chg="del mod ord">
          <ac:chgData name="Sadhana Sanivarapu" userId="0b47bcbc6733348d" providerId="Windows Live" clId="Web-{FB0B2C1E-58AF-485C-99B2-8186F9F95C99}" dt="2026-08-12T05:10:26.217" v="106"/>
          <ac:spMkLst>
            <pc:docMk/>
            <pc:sldMk cId="942598673" sldId="268"/>
            <ac:spMk id="5" creationId="{60585CC0-5225-2638-554A-45768192C49D}"/>
          </ac:spMkLst>
        </pc:spChg>
        <pc:spChg chg="mod ord">
          <ac:chgData name="Sadhana Sanivarapu" userId="0b47bcbc6733348d" providerId="Windows Live" clId="Web-{FB0B2C1E-58AF-485C-99B2-8186F9F95C99}" dt="2026-08-12T05:04:20.972" v="92"/>
          <ac:spMkLst>
            <pc:docMk/>
            <pc:sldMk cId="942598673" sldId="268"/>
            <ac:spMk id="6" creationId="{CDAD0039-EB6D-91C8-B25F-42E9B0CB9F04}"/>
          </ac:spMkLst>
        </pc:spChg>
      </pc:sldChg>
      <pc:sldChg chg="delSp modSp new mod modClrScheme chgLayout">
        <pc:chgData name="Sadhana Sanivarapu" userId="0b47bcbc6733348d" providerId="Windows Live" clId="Web-{FB0B2C1E-58AF-485C-99B2-8186F9F95C99}" dt="2026-08-12T05:10:15.591" v="104" actId="14100"/>
        <pc:sldMkLst>
          <pc:docMk/>
          <pc:sldMk cId="1485886973" sldId="269"/>
        </pc:sldMkLst>
        <pc:spChg chg="mod ord">
          <ac:chgData name="Sadhana Sanivarapu" userId="0b47bcbc6733348d" providerId="Windows Live" clId="Web-{FB0B2C1E-58AF-485C-99B2-8186F9F95C99}" dt="2026-08-12T05:04:20.972" v="92"/>
          <ac:spMkLst>
            <pc:docMk/>
            <pc:sldMk cId="1485886973" sldId="269"/>
            <ac:spMk id="2" creationId="{D357F983-35CD-4B5C-3D0B-E03E320D4E78}"/>
          </ac:spMkLst>
        </pc:spChg>
        <pc:spChg chg="mod ord">
          <ac:chgData name="Sadhana Sanivarapu" userId="0b47bcbc6733348d" providerId="Windows Live" clId="Web-{FB0B2C1E-58AF-485C-99B2-8186F9F95C99}" dt="2026-08-12T05:10:15.591" v="104" actId="14100"/>
          <ac:spMkLst>
            <pc:docMk/>
            <pc:sldMk cId="1485886973" sldId="269"/>
            <ac:spMk id="3" creationId="{B3DE0C50-D25A-54F8-27AF-BF16209A070E}"/>
          </ac:spMkLst>
        </pc:spChg>
        <pc:spChg chg="mod ord">
          <ac:chgData name="Sadhana Sanivarapu" userId="0b47bcbc6733348d" providerId="Windows Live" clId="Web-{FB0B2C1E-58AF-485C-99B2-8186F9F95C99}" dt="2026-08-12T05:04:20.972" v="92"/>
          <ac:spMkLst>
            <pc:docMk/>
            <pc:sldMk cId="1485886973" sldId="269"/>
            <ac:spMk id="4" creationId="{E36CED33-540B-5976-AA6B-DCB017254E3A}"/>
          </ac:spMkLst>
        </pc:spChg>
        <pc:spChg chg="del mod ord">
          <ac:chgData name="Sadhana Sanivarapu" userId="0b47bcbc6733348d" providerId="Windows Live" clId="Web-{FB0B2C1E-58AF-485C-99B2-8186F9F95C99}" dt="2026-08-12T05:06:40.227" v="93"/>
          <ac:spMkLst>
            <pc:docMk/>
            <pc:sldMk cId="1485886973" sldId="269"/>
            <ac:spMk id="5" creationId="{ACA923FA-956C-A3C9-6FEF-4BC0CD424D5B}"/>
          </ac:spMkLst>
        </pc:spChg>
        <pc:spChg chg="mod ord">
          <ac:chgData name="Sadhana Sanivarapu" userId="0b47bcbc6733348d" providerId="Windows Live" clId="Web-{FB0B2C1E-58AF-485C-99B2-8186F9F95C99}" dt="2026-08-12T05:04:20.972" v="92"/>
          <ac:spMkLst>
            <pc:docMk/>
            <pc:sldMk cId="1485886973" sldId="269"/>
            <ac:spMk id="6" creationId="{8589991A-3344-1A9F-A582-2EA30580B665}"/>
          </ac:spMkLst>
        </pc:spChg>
      </pc:sldChg>
      <pc:sldChg chg="delSp modSp new mod modClrScheme chgLayout">
        <pc:chgData name="Sadhana Sanivarapu" userId="0b47bcbc6733348d" providerId="Windows Live" clId="Web-{FB0B2C1E-58AF-485C-99B2-8186F9F95C99}" dt="2026-08-12T05:10:10.263" v="103" actId="14100"/>
        <pc:sldMkLst>
          <pc:docMk/>
          <pc:sldMk cId="195654381" sldId="270"/>
        </pc:sldMkLst>
        <pc:spChg chg="mod ord">
          <ac:chgData name="Sadhana Sanivarapu" userId="0b47bcbc6733348d" providerId="Windows Live" clId="Web-{FB0B2C1E-58AF-485C-99B2-8186F9F95C99}" dt="2026-08-12T05:04:20.972" v="92"/>
          <ac:spMkLst>
            <pc:docMk/>
            <pc:sldMk cId="195654381" sldId="270"/>
            <ac:spMk id="2" creationId="{4A7DB552-15D5-662F-8B95-0D5B867CE7E3}"/>
          </ac:spMkLst>
        </pc:spChg>
        <pc:spChg chg="mod ord">
          <ac:chgData name="Sadhana Sanivarapu" userId="0b47bcbc6733348d" providerId="Windows Live" clId="Web-{FB0B2C1E-58AF-485C-99B2-8186F9F95C99}" dt="2026-08-12T05:10:10.263" v="103" actId="14100"/>
          <ac:spMkLst>
            <pc:docMk/>
            <pc:sldMk cId="195654381" sldId="270"/>
            <ac:spMk id="3" creationId="{EDB0A8BE-2227-4661-0054-3194C8F7F63A}"/>
          </ac:spMkLst>
        </pc:spChg>
        <pc:spChg chg="mod ord">
          <ac:chgData name="Sadhana Sanivarapu" userId="0b47bcbc6733348d" providerId="Windows Live" clId="Web-{FB0B2C1E-58AF-485C-99B2-8186F9F95C99}" dt="2026-08-12T05:04:20.972" v="92"/>
          <ac:spMkLst>
            <pc:docMk/>
            <pc:sldMk cId="195654381" sldId="270"/>
            <ac:spMk id="4" creationId="{83B1D94E-5605-39B4-E957-9E8D49B2069A}"/>
          </ac:spMkLst>
        </pc:spChg>
        <pc:spChg chg="del mod ord">
          <ac:chgData name="Sadhana Sanivarapu" userId="0b47bcbc6733348d" providerId="Windows Live" clId="Web-{FB0B2C1E-58AF-485C-99B2-8186F9F95C99}" dt="2026-08-12T05:06:56.056" v="94"/>
          <ac:spMkLst>
            <pc:docMk/>
            <pc:sldMk cId="195654381" sldId="270"/>
            <ac:spMk id="5" creationId="{C6E871C1-65AA-DE01-586A-DF697B38B4D0}"/>
          </ac:spMkLst>
        </pc:spChg>
        <pc:spChg chg="mod ord">
          <ac:chgData name="Sadhana Sanivarapu" userId="0b47bcbc6733348d" providerId="Windows Live" clId="Web-{FB0B2C1E-58AF-485C-99B2-8186F9F95C99}" dt="2026-08-12T05:04:20.972" v="92"/>
          <ac:spMkLst>
            <pc:docMk/>
            <pc:sldMk cId="195654381" sldId="270"/>
            <ac:spMk id="6" creationId="{0BF297A6-191A-FE66-1A37-6EAAD85B640E}"/>
          </ac:spMkLst>
        </pc:spChg>
      </pc:sldChg>
      <pc:sldChg chg="delSp modSp new mod modClrScheme chgLayout">
        <pc:chgData name="Sadhana Sanivarapu" userId="0b47bcbc6733348d" providerId="Windows Live" clId="Web-{FB0B2C1E-58AF-485C-99B2-8186F9F95C99}" dt="2026-08-12T05:09:58.576" v="101" actId="14100"/>
        <pc:sldMkLst>
          <pc:docMk/>
          <pc:sldMk cId="2562011069" sldId="271"/>
        </pc:sldMkLst>
        <pc:spChg chg="mod ord">
          <ac:chgData name="Sadhana Sanivarapu" userId="0b47bcbc6733348d" providerId="Windows Live" clId="Web-{FB0B2C1E-58AF-485C-99B2-8186F9F95C99}" dt="2026-08-12T05:04:20.972" v="92"/>
          <ac:spMkLst>
            <pc:docMk/>
            <pc:sldMk cId="2562011069" sldId="271"/>
            <ac:spMk id="2" creationId="{BB7EFA41-954B-A483-D86E-ECB658739CC5}"/>
          </ac:spMkLst>
        </pc:spChg>
        <pc:spChg chg="mod ord">
          <ac:chgData name="Sadhana Sanivarapu" userId="0b47bcbc6733348d" providerId="Windows Live" clId="Web-{FB0B2C1E-58AF-485C-99B2-8186F9F95C99}" dt="2026-08-12T05:09:58.576" v="101" actId="14100"/>
          <ac:spMkLst>
            <pc:docMk/>
            <pc:sldMk cId="2562011069" sldId="271"/>
            <ac:spMk id="3" creationId="{F5ACAE27-FDF3-8D47-45CB-E7EA6E291FF9}"/>
          </ac:spMkLst>
        </pc:spChg>
        <pc:spChg chg="mod ord">
          <ac:chgData name="Sadhana Sanivarapu" userId="0b47bcbc6733348d" providerId="Windows Live" clId="Web-{FB0B2C1E-58AF-485C-99B2-8186F9F95C99}" dt="2026-08-12T05:04:20.972" v="92"/>
          <ac:spMkLst>
            <pc:docMk/>
            <pc:sldMk cId="2562011069" sldId="271"/>
            <ac:spMk id="4" creationId="{62D3CF1A-4CFC-0518-653A-1A3AAAC599B2}"/>
          </ac:spMkLst>
        </pc:spChg>
        <pc:spChg chg="del mod ord">
          <ac:chgData name="Sadhana Sanivarapu" userId="0b47bcbc6733348d" providerId="Windows Live" clId="Web-{FB0B2C1E-58AF-485C-99B2-8186F9F95C99}" dt="2026-08-12T05:07:06.243" v="95"/>
          <ac:spMkLst>
            <pc:docMk/>
            <pc:sldMk cId="2562011069" sldId="271"/>
            <ac:spMk id="5" creationId="{9C5CA01A-7480-6D65-ED92-4404D7A083BD}"/>
          </ac:spMkLst>
        </pc:spChg>
        <pc:spChg chg="mod ord">
          <ac:chgData name="Sadhana Sanivarapu" userId="0b47bcbc6733348d" providerId="Windows Live" clId="Web-{FB0B2C1E-58AF-485C-99B2-8186F9F95C99}" dt="2026-08-12T05:04:20.972" v="92"/>
          <ac:spMkLst>
            <pc:docMk/>
            <pc:sldMk cId="2562011069" sldId="271"/>
            <ac:spMk id="6" creationId="{35CA41AD-AAE7-A0EC-EB23-5DEF141CD4C9}"/>
          </ac:spMkLst>
        </pc:spChg>
      </pc:sldChg>
      <pc:sldMasterChg chg="del delSldLayout">
        <pc:chgData name="Sadhana Sanivarapu" userId="0b47bcbc6733348d" providerId="Windows Live" clId="Web-{FB0B2C1E-58AF-485C-99B2-8186F9F95C99}" dt="2026-08-12T05:03:58.127" v="88"/>
        <pc:sldMasterMkLst>
          <pc:docMk/>
          <pc:sldMasterMk cId="2004648542" sldId="2147483660"/>
        </pc:sldMasterMkLst>
        <pc:sldLayoutChg chg="del">
          <pc:chgData name="Sadhana Sanivarapu" userId="0b47bcbc6733348d" providerId="Windows Live" clId="Web-{FB0B2C1E-58AF-485C-99B2-8186F9F95C99}" dt="2026-08-12T05:03:58.127" v="88"/>
          <pc:sldLayoutMkLst>
            <pc:docMk/>
            <pc:sldMasterMk cId="2004648542" sldId="2147483660"/>
            <pc:sldLayoutMk cId="3046467399" sldId="2147483661"/>
          </pc:sldLayoutMkLst>
        </pc:sldLayoutChg>
        <pc:sldLayoutChg chg="del">
          <pc:chgData name="Sadhana Sanivarapu" userId="0b47bcbc6733348d" providerId="Windows Live" clId="Web-{FB0B2C1E-58AF-485C-99B2-8186F9F95C99}" dt="2026-08-12T05:03:58.127" v="88"/>
          <pc:sldLayoutMkLst>
            <pc:docMk/>
            <pc:sldMasterMk cId="2004648542" sldId="2147483660"/>
            <pc:sldLayoutMk cId="1234063583" sldId="2147483662"/>
          </pc:sldLayoutMkLst>
        </pc:sldLayoutChg>
        <pc:sldLayoutChg chg="del">
          <pc:chgData name="Sadhana Sanivarapu" userId="0b47bcbc6733348d" providerId="Windows Live" clId="Web-{FB0B2C1E-58AF-485C-99B2-8186F9F95C99}" dt="2026-08-12T05:03:58.127" v="88"/>
          <pc:sldLayoutMkLst>
            <pc:docMk/>
            <pc:sldMasterMk cId="2004648542" sldId="2147483660"/>
            <pc:sldLayoutMk cId="1914427621" sldId="2147483663"/>
          </pc:sldLayoutMkLst>
        </pc:sldLayoutChg>
        <pc:sldLayoutChg chg="del">
          <pc:chgData name="Sadhana Sanivarapu" userId="0b47bcbc6733348d" providerId="Windows Live" clId="Web-{FB0B2C1E-58AF-485C-99B2-8186F9F95C99}" dt="2026-08-12T05:03:58.127" v="88"/>
          <pc:sldLayoutMkLst>
            <pc:docMk/>
            <pc:sldMasterMk cId="2004648542" sldId="2147483660"/>
            <pc:sldLayoutMk cId="2139565762" sldId="2147483664"/>
          </pc:sldLayoutMkLst>
        </pc:sldLayoutChg>
        <pc:sldLayoutChg chg="del">
          <pc:chgData name="Sadhana Sanivarapu" userId="0b47bcbc6733348d" providerId="Windows Live" clId="Web-{FB0B2C1E-58AF-485C-99B2-8186F9F95C99}" dt="2026-08-12T05:03:58.127" v="88"/>
          <pc:sldLayoutMkLst>
            <pc:docMk/>
            <pc:sldMasterMk cId="2004648542" sldId="2147483660"/>
            <pc:sldLayoutMk cId="430571365" sldId="2147483665"/>
          </pc:sldLayoutMkLst>
        </pc:sldLayoutChg>
        <pc:sldLayoutChg chg="del">
          <pc:chgData name="Sadhana Sanivarapu" userId="0b47bcbc6733348d" providerId="Windows Live" clId="Web-{FB0B2C1E-58AF-485C-99B2-8186F9F95C99}" dt="2026-08-12T05:03:58.127" v="88"/>
          <pc:sldLayoutMkLst>
            <pc:docMk/>
            <pc:sldMasterMk cId="2004648542" sldId="2147483660"/>
            <pc:sldLayoutMk cId="3050243582" sldId="2147483666"/>
          </pc:sldLayoutMkLst>
        </pc:sldLayoutChg>
        <pc:sldLayoutChg chg="del">
          <pc:chgData name="Sadhana Sanivarapu" userId="0b47bcbc6733348d" providerId="Windows Live" clId="Web-{FB0B2C1E-58AF-485C-99B2-8186F9F95C99}" dt="2026-08-12T05:03:58.127" v="88"/>
          <pc:sldLayoutMkLst>
            <pc:docMk/>
            <pc:sldMasterMk cId="2004648542" sldId="2147483660"/>
            <pc:sldLayoutMk cId="3509395297" sldId="2147483667"/>
          </pc:sldLayoutMkLst>
        </pc:sldLayoutChg>
        <pc:sldLayoutChg chg="del">
          <pc:chgData name="Sadhana Sanivarapu" userId="0b47bcbc6733348d" providerId="Windows Live" clId="Web-{FB0B2C1E-58AF-485C-99B2-8186F9F95C99}" dt="2026-08-12T05:03:58.127" v="88"/>
          <pc:sldLayoutMkLst>
            <pc:docMk/>
            <pc:sldMasterMk cId="2004648542" sldId="2147483660"/>
            <pc:sldLayoutMk cId="3346425680" sldId="2147483668"/>
          </pc:sldLayoutMkLst>
        </pc:sldLayoutChg>
        <pc:sldLayoutChg chg="del">
          <pc:chgData name="Sadhana Sanivarapu" userId="0b47bcbc6733348d" providerId="Windows Live" clId="Web-{FB0B2C1E-58AF-485C-99B2-8186F9F95C99}" dt="2026-08-12T05:03:58.127" v="88"/>
          <pc:sldLayoutMkLst>
            <pc:docMk/>
            <pc:sldMasterMk cId="2004648542" sldId="2147483660"/>
            <pc:sldLayoutMk cId="2024570748" sldId="2147483669"/>
          </pc:sldLayoutMkLst>
        </pc:sldLayoutChg>
        <pc:sldLayoutChg chg="del">
          <pc:chgData name="Sadhana Sanivarapu" userId="0b47bcbc6733348d" providerId="Windows Live" clId="Web-{FB0B2C1E-58AF-485C-99B2-8186F9F95C99}" dt="2026-08-12T05:03:58.127" v="88"/>
          <pc:sldLayoutMkLst>
            <pc:docMk/>
            <pc:sldMasterMk cId="2004648542" sldId="2147483660"/>
            <pc:sldLayoutMk cId="3313126969" sldId="2147483670"/>
          </pc:sldLayoutMkLst>
        </pc:sldLayoutChg>
        <pc:sldLayoutChg chg="del">
          <pc:chgData name="Sadhana Sanivarapu" userId="0b47bcbc6733348d" providerId="Windows Live" clId="Web-{FB0B2C1E-58AF-485C-99B2-8186F9F95C99}" dt="2026-08-12T05:03:58.127" v="88"/>
          <pc:sldLayoutMkLst>
            <pc:docMk/>
            <pc:sldMasterMk cId="2004648542" sldId="2147483660"/>
            <pc:sldLayoutMk cId="4279530036" sldId="2147483671"/>
          </pc:sldLayoutMkLst>
        </pc:sldLayoutChg>
        <pc:sldLayoutChg chg="del">
          <pc:chgData name="Sadhana Sanivarapu" userId="0b47bcbc6733348d" providerId="Windows Live" clId="Web-{FB0B2C1E-58AF-485C-99B2-8186F9F95C99}" dt="2026-08-12T05:03:58.127" v="88"/>
          <pc:sldLayoutMkLst>
            <pc:docMk/>
            <pc:sldMasterMk cId="2004648542" sldId="2147483660"/>
            <pc:sldLayoutMk cId="334524097" sldId="2147483672"/>
          </pc:sldLayoutMkLst>
        </pc:sldLayoutChg>
        <pc:sldLayoutChg chg="del">
          <pc:chgData name="Sadhana Sanivarapu" userId="0b47bcbc6733348d" providerId="Windows Live" clId="Web-{FB0B2C1E-58AF-485C-99B2-8186F9F95C99}" dt="2026-08-12T05:03:58.127" v="88"/>
          <pc:sldLayoutMkLst>
            <pc:docMk/>
            <pc:sldMasterMk cId="2004648542" sldId="2147483660"/>
            <pc:sldLayoutMk cId="657710616" sldId="2147483673"/>
          </pc:sldLayoutMkLst>
        </pc:sldLayoutChg>
        <pc:sldLayoutChg chg="del">
          <pc:chgData name="Sadhana Sanivarapu" userId="0b47bcbc6733348d" providerId="Windows Live" clId="Web-{FB0B2C1E-58AF-485C-99B2-8186F9F95C99}" dt="2026-08-12T05:03:58.127" v="88"/>
          <pc:sldLayoutMkLst>
            <pc:docMk/>
            <pc:sldMasterMk cId="2004648542" sldId="2147483660"/>
            <pc:sldLayoutMk cId="3758193518" sldId="2147483674"/>
          </pc:sldLayoutMkLst>
        </pc:sldLayoutChg>
        <pc:sldLayoutChg chg="del">
          <pc:chgData name="Sadhana Sanivarapu" userId="0b47bcbc6733348d" providerId="Windows Live" clId="Web-{FB0B2C1E-58AF-485C-99B2-8186F9F95C99}" dt="2026-08-12T05:03:58.127" v="88"/>
          <pc:sldLayoutMkLst>
            <pc:docMk/>
            <pc:sldMasterMk cId="2004648542" sldId="2147483660"/>
            <pc:sldLayoutMk cId="2911575820" sldId="2147483675"/>
          </pc:sldLayoutMkLst>
        </pc:sldLayoutChg>
        <pc:sldLayoutChg chg="del">
          <pc:chgData name="Sadhana Sanivarapu" userId="0b47bcbc6733348d" providerId="Windows Live" clId="Web-{FB0B2C1E-58AF-485C-99B2-8186F9F95C99}" dt="2026-08-12T05:03:58.127" v="88"/>
          <pc:sldLayoutMkLst>
            <pc:docMk/>
            <pc:sldMasterMk cId="2004648542" sldId="2147483660"/>
            <pc:sldLayoutMk cId="552067503" sldId="2147483676"/>
          </pc:sldLayoutMkLst>
        </pc:sldLayoutChg>
        <pc:sldLayoutChg chg="del">
          <pc:chgData name="Sadhana Sanivarapu" userId="0b47bcbc6733348d" providerId="Windows Live" clId="Web-{FB0B2C1E-58AF-485C-99B2-8186F9F95C99}" dt="2026-08-12T05:03:58.127" v="88"/>
          <pc:sldLayoutMkLst>
            <pc:docMk/>
            <pc:sldMasterMk cId="2004648542" sldId="2147483660"/>
            <pc:sldLayoutMk cId="1382681145" sldId="2147483677"/>
          </pc:sldLayoutMkLst>
        </pc:sldLayoutChg>
        <pc:sldLayoutChg chg="del">
          <pc:chgData name="Sadhana Sanivarapu" userId="0b47bcbc6733348d" providerId="Windows Live" clId="Web-{FB0B2C1E-58AF-485C-99B2-8186F9F95C99}" dt="2026-08-12T05:03:58.127" v="88"/>
          <pc:sldLayoutMkLst>
            <pc:docMk/>
            <pc:sldMasterMk cId="2004648542" sldId="2147483660"/>
            <pc:sldLayoutMk cId="4002249040" sldId="2147483678"/>
          </pc:sldLayoutMkLst>
        </pc:sldLayoutChg>
        <pc:sldLayoutChg chg="del">
          <pc:chgData name="Sadhana Sanivarapu" userId="0b47bcbc6733348d" providerId="Windows Live" clId="Web-{FB0B2C1E-58AF-485C-99B2-8186F9F95C99}" dt="2026-08-12T05:03:58.127" v="88"/>
          <pc:sldLayoutMkLst>
            <pc:docMk/>
            <pc:sldMasterMk cId="2004648542" sldId="2147483660"/>
            <pc:sldLayoutMk cId="2795848325" sldId="2147483679"/>
          </pc:sldLayoutMkLst>
        </pc:sldLayoutChg>
        <pc:sldLayoutChg chg="del">
          <pc:chgData name="Sadhana Sanivarapu" userId="0b47bcbc6733348d" providerId="Windows Live" clId="Web-{FB0B2C1E-58AF-485C-99B2-8186F9F95C99}" dt="2026-08-12T05:03:58.127" v="88"/>
          <pc:sldLayoutMkLst>
            <pc:docMk/>
            <pc:sldMasterMk cId="2004648542" sldId="2147483660"/>
            <pc:sldLayoutMk cId="2299755683" sldId="2147483680"/>
          </pc:sldLayoutMkLst>
        </pc:sldLayoutChg>
        <pc:sldLayoutChg chg="del">
          <pc:chgData name="Sadhana Sanivarapu" userId="0b47bcbc6733348d" providerId="Windows Live" clId="Web-{FB0B2C1E-58AF-485C-99B2-8186F9F95C99}" dt="2026-08-12T05:03:58.127" v="88"/>
          <pc:sldLayoutMkLst>
            <pc:docMk/>
            <pc:sldMasterMk cId="2004648542" sldId="2147483660"/>
            <pc:sldLayoutMk cId="2203447392" sldId="2147483681"/>
          </pc:sldLayoutMkLst>
        </pc:sldLayoutChg>
        <pc:sldLayoutChg chg="del">
          <pc:chgData name="Sadhana Sanivarapu" userId="0b47bcbc6733348d" providerId="Windows Live" clId="Web-{FB0B2C1E-58AF-485C-99B2-8186F9F95C99}" dt="2026-08-12T05:03:58.127" v="88"/>
          <pc:sldLayoutMkLst>
            <pc:docMk/>
            <pc:sldMasterMk cId="2004648542" sldId="2147483660"/>
            <pc:sldLayoutMk cId="3815863695" sldId="2147483682"/>
          </pc:sldLayoutMkLst>
        </pc:sldLayoutChg>
        <pc:sldLayoutChg chg="del">
          <pc:chgData name="Sadhana Sanivarapu" userId="0b47bcbc6733348d" providerId="Windows Live" clId="Web-{FB0B2C1E-58AF-485C-99B2-8186F9F95C99}" dt="2026-08-12T05:03:58.127" v="88"/>
          <pc:sldLayoutMkLst>
            <pc:docMk/>
            <pc:sldMasterMk cId="2004648542" sldId="2147483660"/>
            <pc:sldLayoutMk cId="608786430" sldId="2147483683"/>
          </pc:sldLayoutMkLst>
        </pc:sldLayoutChg>
        <pc:sldLayoutChg chg="del">
          <pc:chgData name="Sadhana Sanivarapu" userId="0b47bcbc6733348d" providerId="Windows Live" clId="Web-{FB0B2C1E-58AF-485C-99B2-8186F9F95C99}" dt="2026-08-12T05:03:58.127" v="88"/>
          <pc:sldLayoutMkLst>
            <pc:docMk/>
            <pc:sldMasterMk cId="2004648542" sldId="2147483660"/>
            <pc:sldLayoutMk cId="343425241" sldId="2147483684"/>
          </pc:sldLayoutMkLst>
        </pc:sldLayoutChg>
        <pc:sldLayoutChg chg="del">
          <pc:chgData name="Sadhana Sanivarapu" userId="0b47bcbc6733348d" providerId="Windows Live" clId="Web-{FB0B2C1E-58AF-485C-99B2-8186F9F95C99}" dt="2026-08-12T05:03:58.127" v="88"/>
          <pc:sldLayoutMkLst>
            <pc:docMk/>
            <pc:sldMasterMk cId="2004648542" sldId="2147483660"/>
            <pc:sldLayoutMk cId="3224001733" sldId="2147483685"/>
          </pc:sldLayoutMkLst>
        </pc:sldLayoutChg>
        <pc:sldLayoutChg chg="del">
          <pc:chgData name="Sadhana Sanivarapu" userId="0b47bcbc6733348d" providerId="Windows Live" clId="Web-{FB0B2C1E-58AF-485C-99B2-8186F9F95C99}" dt="2026-08-12T05:03:58.127" v="88"/>
          <pc:sldLayoutMkLst>
            <pc:docMk/>
            <pc:sldMasterMk cId="2004648542" sldId="2147483660"/>
            <pc:sldLayoutMk cId="2803648006" sldId="2147483686"/>
          </pc:sldLayoutMkLst>
        </pc:sldLayoutChg>
        <pc:sldLayoutChg chg="del">
          <pc:chgData name="Sadhana Sanivarapu" userId="0b47bcbc6733348d" providerId="Windows Live" clId="Web-{FB0B2C1E-58AF-485C-99B2-8186F9F95C99}" dt="2026-08-12T05:03:58.127" v="88"/>
          <pc:sldLayoutMkLst>
            <pc:docMk/>
            <pc:sldMasterMk cId="2004648542" sldId="2147483660"/>
            <pc:sldLayoutMk cId="2078202842" sldId="2147483687"/>
          </pc:sldLayoutMkLst>
        </pc:sldLayoutChg>
        <pc:sldLayoutChg chg="del">
          <pc:chgData name="Sadhana Sanivarapu" userId="0b47bcbc6733348d" providerId="Windows Live" clId="Web-{FB0B2C1E-58AF-485C-99B2-8186F9F95C99}" dt="2026-08-12T05:03:58.127" v="88"/>
          <pc:sldLayoutMkLst>
            <pc:docMk/>
            <pc:sldMasterMk cId="2004648542" sldId="2147483660"/>
            <pc:sldLayoutMk cId="4129953359" sldId="2147483688"/>
          </pc:sldLayoutMkLst>
        </pc:sldLayoutChg>
      </pc:sldMasterChg>
      <pc:sldMasterChg chg="add del addSldLayout delSldLayout modSldLayout">
        <pc:chgData name="Sadhana Sanivarapu" userId="0b47bcbc6733348d" providerId="Windows Live" clId="Web-{FB0B2C1E-58AF-485C-99B2-8186F9F95C99}" dt="2026-08-12T05:04:03.190" v="89"/>
        <pc:sldMasterMkLst>
          <pc:docMk/>
          <pc:sldMasterMk cId="3408140907" sldId="2147483689"/>
        </pc:sldMasterMkLst>
        <pc:sldLayoutChg chg="add del mod replId">
          <pc:chgData name="Sadhana Sanivarapu" userId="0b47bcbc6733348d" providerId="Windows Live" clId="Web-{FB0B2C1E-58AF-485C-99B2-8186F9F95C99}" dt="2026-08-12T05:04:03.190" v="89"/>
          <pc:sldLayoutMkLst>
            <pc:docMk/>
            <pc:sldMasterMk cId="3408140907" sldId="2147483689"/>
            <pc:sldLayoutMk cId="199654283" sldId="2147483690"/>
          </pc:sldLayoutMkLst>
        </pc:sldLayoutChg>
        <pc:sldLayoutChg chg="add del mod replId">
          <pc:chgData name="Sadhana Sanivarapu" userId="0b47bcbc6733348d" providerId="Windows Live" clId="Web-{FB0B2C1E-58AF-485C-99B2-8186F9F95C99}" dt="2026-08-12T05:04:03.190" v="89"/>
          <pc:sldLayoutMkLst>
            <pc:docMk/>
            <pc:sldMasterMk cId="3408140907" sldId="2147483689"/>
            <pc:sldLayoutMk cId="2188757324" sldId="2147483691"/>
          </pc:sldLayoutMkLst>
        </pc:sldLayoutChg>
        <pc:sldLayoutChg chg="add del mod replId">
          <pc:chgData name="Sadhana Sanivarapu" userId="0b47bcbc6733348d" providerId="Windows Live" clId="Web-{FB0B2C1E-58AF-485C-99B2-8186F9F95C99}" dt="2026-08-12T05:04:03.190" v="89"/>
          <pc:sldLayoutMkLst>
            <pc:docMk/>
            <pc:sldMasterMk cId="3408140907" sldId="2147483689"/>
            <pc:sldLayoutMk cId="887116289" sldId="2147483692"/>
          </pc:sldLayoutMkLst>
        </pc:sldLayoutChg>
        <pc:sldLayoutChg chg="add del mod replId">
          <pc:chgData name="Sadhana Sanivarapu" userId="0b47bcbc6733348d" providerId="Windows Live" clId="Web-{FB0B2C1E-58AF-485C-99B2-8186F9F95C99}" dt="2026-08-12T05:04:03.190" v="89"/>
          <pc:sldLayoutMkLst>
            <pc:docMk/>
            <pc:sldMasterMk cId="3408140907" sldId="2147483689"/>
            <pc:sldLayoutMk cId="3888510948" sldId="2147483693"/>
          </pc:sldLayoutMkLst>
        </pc:sldLayoutChg>
        <pc:sldLayoutChg chg="add del mod replId">
          <pc:chgData name="Sadhana Sanivarapu" userId="0b47bcbc6733348d" providerId="Windows Live" clId="Web-{FB0B2C1E-58AF-485C-99B2-8186F9F95C99}" dt="2026-08-12T05:04:03.190" v="89"/>
          <pc:sldLayoutMkLst>
            <pc:docMk/>
            <pc:sldMasterMk cId="3408140907" sldId="2147483689"/>
            <pc:sldLayoutMk cId="2938522152" sldId="2147483694"/>
          </pc:sldLayoutMkLst>
        </pc:sldLayoutChg>
        <pc:sldLayoutChg chg="add del mod replId">
          <pc:chgData name="Sadhana Sanivarapu" userId="0b47bcbc6733348d" providerId="Windows Live" clId="Web-{FB0B2C1E-58AF-485C-99B2-8186F9F95C99}" dt="2026-08-12T05:04:03.190" v="89"/>
          <pc:sldLayoutMkLst>
            <pc:docMk/>
            <pc:sldMasterMk cId="3408140907" sldId="2147483689"/>
            <pc:sldLayoutMk cId="1021916911" sldId="2147483695"/>
          </pc:sldLayoutMkLst>
        </pc:sldLayoutChg>
        <pc:sldLayoutChg chg="add del mod replId">
          <pc:chgData name="Sadhana Sanivarapu" userId="0b47bcbc6733348d" providerId="Windows Live" clId="Web-{FB0B2C1E-58AF-485C-99B2-8186F9F95C99}" dt="2026-08-12T05:04:03.190" v="89"/>
          <pc:sldLayoutMkLst>
            <pc:docMk/>
            <pc:sldMasterMk cId="3408140907" sldId="2147483689"/>
            <pc:sldLayoutMk cId="3923818634" sldId="2147483696"/>
          </pc:sldLayoutMkLst>
        </pc:sldLayoutChg>
        <pc:sldLayoutChg chg="add del mod replId">
          <pc:chgData name="Sadhana Sanivarapu" userId="0b47bcbc6733348d" providerId="Windows Live" clId="Web-{FB0B2C1E-58AF-485C-99B2-8186F9F95C99}" dt="2026-08-12T05:04:03.190" v="89"/>
          <pc:sldLayoutMkLst>
            <pc:docMk/>
            <pc:sldMasterMk cId="3408140907" sldId="2147483689"/>
            <pc:sldLayoutMk cId="2535611051" sldId="2147483697"/>
          </pc:sldLayoutMkLst>
        </pc:sldLayoutChg>
        <pc:sldLayoutChg chg="add del mod replId">
          <pc:chgData name="Sadhana Sanivarapu" userId="0b47bcbc6733348d" providerId="Windows Live" clId="Web-{FB0B2C1E-58AF-485C-99B2-8186F9F95C99}" dt="2026-08-12T05:04:03.190" v="89"/>
          <pc:sldLayoutMkLst>
            <pc:docMk/>
            <pc:sldMasterMk cId="3408140907" sldId="2147483689"/>
            <pc:sldLayoutMk cId="2603363563" sldId="2147483698"/>
          </pc:sldLayoutMkLst>
        </pc:sldLayoutChg>
        <pc:sldLayoutChg chg="add del mod replId">
          <pc:chgData name="Sadhana Sanivarapu" userId="0b47bcbc6733348d" providerId="Windows Live" clId="Web-{FB0B2C1E-58AF-485C-99B2-8186F9F95C99}" dt="2026-08-12T05:04:03.190" v="89"/>
          <pc:sldLayoutMkLst>
            <pc:docMk/>
            <pc:sldMasterMk cId="3408140907" sldId="2147483689"/>
            <pc:sldLayoutMk cId="933003450" sldId="2147483699"/>
          </pc:sldLayoutMkLst>
        </pc:sldLayoutChg>
        <pc:sldLayoutChg chg="add del mod replId">
          <pc:chgData name="Sadhana Sanivarapu" userId="0b47bcbc6733348d" providerId="Windows Live" clId="Web-{FB0B2C1E-58AF-485C-99B2-8186F9F95C99}" dt="2026-08-12T05:04:03.190" v="89"/>
          <pc:sldLayoutMkLst>
            <pc:docMk/>
            <pc:sldMasterMk cId="3408140907" sldId="2147483689"/>
            <pc:sldLayoutMk cId="1342455633" sldId="2147483700"/>
          </pc:sldLayoutMkLst>
        </pc:sldLayoutChg>
        <pc:sldLayoutChg chg="add del mod replId">
          <pc:chgData name="Sadhana Sanivarapu" userId="0b47bcbc6733348d" providerId="Windows Live" clId="Web-{FB0B2C1E-58AF-485C-99B2-8186F9F95C99}" dt="2026-08-12T05:04:03.190" v="89"/>
          <pc:sldLayoutMkLst>
            <pc:docMk/>
            <pc:sldMasterMk cId="3408140907" sldId="2147483689"/>
            <pc:sldLayoutMk cId="2418247374" sldId="2147483701"/>
          </pc:sldLayoutMkLst>
        </pc:sldLayoutChg>
        <pc:sldLayoutChg chg="add del mod replId">
          <pc:chgData name="Sadhana Sanivarapu" userId="0b47bcbc6733348d" providerId="Windows Live" clId="Web-{FB0B2C1E-58AF-485C-99B2-8186F9F95C99}" dt="2026-08-12T05:04:03.190" v="89"/>
          <pc:sldLayoutMkLst>
            <pc:docMk/>
            <pc:sldMasterMk cId="3408140907" sldId="2147483689"/>
            <pc:sldLayoutMk cId="1189097463" sldId="2147483702"/>
          </pc:sldLayoutMkLst>
        </pc:sldLayoutChg>
        <pc:sldLayoutChg chg="add del mod replId">
          <pc:chgData name="Sadhana Sanivarapu" userId="0b47bcbc6733348d" providerId="Windows Live" clId="Web-{FB0B2C1E-58AF-485C-99B2-8186F9F95C99}" dt="2026-08-12T05:04:03.190" v="89"/>
          <pc:sldLayoutMkLst>
            <pc:docMk/>
            <pc:sldMasterMk cId="3408140907" sldId="2147483689"/>
            <pc:sldLayoutMk cId="996736445" sldId="2147483703"/>
          </pc:sldLayoutMkLst>
        </pc:sldLayoutChg>
        <pc:sldLayoutChg chg="add del mod replId">
          <pc:chgData name="Sadhana Sanivarapu" userId="0b47bcbc6733348d" providerId="Windows Live" clId="Web-{FB0B2C1E-58AF-485C-99B2-8186F9F95C99}" dt="2026-08-12T05:04:03.190" v="89"/>
          <pc:sldLayoutMkLst>
            <pc:docMk/>
            <pc:sldMasterMk cId="3408140907" sldId="2147483689"/>
            <pc:sldLayoutMk cId="2323435956" sldId="2147483704"/>
          </pc:sldLayoutMkLst>
        </pc:sldLayoutChg>
        <pc:sldLayoutChg chg="add del mod replId">
          <pc:chgData name="Sadhana Sanivarapu" userId="0b47bcbc6733348d" providerId="Windows Live" clId="Web-{FB0B2C1E-58AF-485C-99B2-8186F9F95C99}" dt="2026-08-12T05:04:03.190" v="89"/>
          <pc:sldLayoutMkLst>
            <pc:docMk/>
            <pc:sldMasterMk cId="3408140907" sldId="2147483689"/>
            <pc:sldLayoutMk cId="1367584568" sldId="2147483705"/>
          </pc:sldLayoutMkLst>
        </pc:sldLayoutChg>
        <pc:sldLayoutChg chg="add del mod replId">
          <pc:chgData name="Sadhana Sanivarapu" userId="0b47bcbc6733348d" providerId="Windows Live" clId="Web-{FB0B2C1E-58AF-485C-99B2-8186F9F95C99}" dt="2026-08-12T05:04:03.190" v="89"/>
          <pc:sldLayoutMkLst>
            <pc:docMk/>
            <pc:sldMasterMk cId="3408140907" sldId="2147483689"/>
            <pc:sldLayoutMk cId="1266053220" sldId="2147483706"/>
          </pc:sldLayoutMkLst>
        </pc:sldLayoutChg>
        <pc:sldLayoutChg chg="add del mod replId">
          <pc:chgData name="Sadhana Sanivarapu" userId="0b47bcbc6733348d" providerId="Windows Live" clId="Web-{FB0B2C1E-58AF-485C-99B2-8186F9F95C99}" dt="2026-08-12T05:04:03.190" v="89"/>
          <pc:sldLayoutMkLst>
            <pc:docMk/>
            <pc:sldMasterMk cId="3408140907" sldId="2147483689"/>
            <pc:sldLayoutMk cId="2437276835" sldId="2147483707"/>
          </pc:sldLayoutMkLst>
        </pc:sldLayoutChg>
        <pc:sldLayoutChg chg="add del mod replId">
          <pc:chgData name="Sadhana Sanivarapu" userId="0b47bcbc6733348d" providerId="Windows Live" clId="Web-{FB0B2C1E-58AF-485C-99B2-8186F9F95C99}" dt="2026-08-12T05:04:03.190" v="89"/>
          <pc:sldLayoutMkLst>
            <pc:docMk/>
            <pc:sldMasterMk cId="3408140907" sldId="2147483689"/>
            <pc:sldLayoutMk cId="668441582" sldId="2147483708"/>
          </pc:sldLayoutMkLst>
        </pc:sldLayoutChg>
        <pc:sldLayoutChg chg="add del mod replId">
          <pc:chgData name="Sadhana Sanivarapu" userId="0b47bcbc6733348d" providerId="Windows Live" clId="Web-{FB0B2C1E-58AF-485C-99B2-8186F9F95C99}" dt="2026-08-12T05:04:03.190" v="89"/>
          <pc:sldLayoutMkLst>
            <pc:docMk/>
            <pc:sldMasterMk cId="3408140907" sldId="2147483689"/>
            <pc:sldLayoutMk cId="1706629557" sldId="2147483709"/>
          </pc:sldLayoutMkLst>
        </pc:sldLayoutChg>
        <pc:sldLayoutChg chg="add del mod replId">
          <pc:chgData name="Sadhana Sanivarapu" userId="0b47bcbc6733348d" providerId="Windows Live" clId="Web-{FB0B2C1E-58AF-485C-99B2-8186F9F95C99}" dt="2026-08-12T05:04:03.190" v="89"/>
          <pc:sldLayoutMkLst>
            <pc:docMk/>
            <pc:sldMasterMk cId="3408140907" sldId="2147483689"/>
            <pc:sldLayoutMk cId="1819347052" sldId="2147483710"/>
          </pc:sldLayoutMkLst>
        </pc:sldLayoutChg>
        <pc:sldLayoutChg chg="add del mod replId">
          <pc:chgData name="Sadhana Sanivarapu" userId="0b47bcbc6733348d" providerId="Windows Live" clId="Web-{FB0B2C1E-58AF-485C-99B2-8186F9F95C99}" dt="2026-08-12T05:04:03.190" v="89"/>
          <pc:sldLayoutMkLst>
            <pc:docMk/>
            <pc:sldMasterMk cId="3408140907" sldId="2147483689"/>
            <pc:sldLayoutMk cId="1045200753" sldId="2147483711"/>
          </pc:sldLayoutMkLst>
        </pc:sldLayoutChg>
        <pc:sldLayoutChg chg="add del mod replId">
          <pc:chgData name="Sadhana Sanivarapu" userId="0b47bcbc6733348d" providerId="Windows Live" clId="Web-{FB0B2C1E-58AF-485C-99B2-8186F9F95C99}" dt="2026-08-12T05:04:03.190" v="89"/>
          <pc:sldLayoutMkLst>
            <pc:docMk/>
            <pc:sldMasterMk cId="3408140907" sldId="2147483689"/>
            <pc:sldLayoutMk cId="246070560" sldId="2147483712"/>
          </pc:sldLayoutMkLst>
        </pc:sldLayoutChg>
        <pc:sldLayoutChg chg="add del mod replId">
          <pc:chgData name="Sadhana Sanivarapu" userId="0b47bcbc6733348d" providerId="Windows Live" clId="Web-{FB0B2C1E-58AF-485C-99B2-8186F9F95C99}" dt="2026-08-12T05:04:03.190" v="89"/>
          <pc:sldLayoutMkLst>
            <pc:docMk/>
            <pc:sldMasterMk cId="3408140907" sldId="2147483689"/>
            <pc:sldLayoutMk cId="1815989331" sldId="2147483713"/>
          </pc:sldLayoutMkLst>
        </pc:sldLayoutChg>
        <pc:sldLayoutChg chg="add del mod replId">
          <pc:chgData name="Sadhana Sanivarapu" userId="0b47bcbc6733348d" providerId="Windows Live" clId="Web-{FB0B2C1E-58AF-485C-99B2-8186F9F95C99}" dt="2026-08-12T05:04:03.190" v="89"/>
          <pc:sldLayoutMkLst>
            <pc:docMk/>
            <pc:sldMasterMk cId="3408140907" sldId="2147483689"/>
            <pc:sldLayoutMk cId="450169972" sldId="2147483714"/>
          </pc:sldLayoutMkLst>
        </pc:sldLayoutChg>
        <pc:sldLayoutChg chg="add del mod replId">
          <pc:chgData name="Sadhana Sanivarapu" userId="0b47bcbc6733348d" providerId="Windows Live" clId="Web-{FB0B2C1E-58AF-485C-99B2-8186F9F95C99}" dt="2026-08-12T05:04:03.190" v="89"/>
          <pc:sldLayoutMkLst>
            <pc:docMk/>
            <pc:sldMasterMk cId="3408140907" sldId="2147483689"/>
            <pc:sldLayoutMk cId="2626361676" sldId="2147483715"/>
          </pc:sldLayoutMkLst>
        </pc:sldLayoutChg>
        <pc:sldLayoutChg chg="add del mod replId">
          <pc:chgData name="Sadhana Sanivarapu" userId="0b47bcbc6733348d" providerId="Windows Live" clId="Web-{FB0B2C1E-58AF-485C-99B2-8186F9F95C99}" dt="2026-08-12T05:04:03.190" v="89"/>
          <pc:sldLayoutMkLst>
            <pc:docMk/>
            <pc:sldMasterMk cId="3408140907" sldId="2147483689"/>
            <pc:sldLayoutMk cId="3918217171" sldId="2147483716"/>
          </pc:sldLayoutMkLst>
        </pc:sldLayoutChg>
        <pc:sldLayoutChg chg="add del mod replId">
          <pc:chgData name="Sadhana Sanivarapu" userId="0b47bcbc6733348d" providerId="Windows Live" clId="Web-{FB0B2C1E-58AF-485C-99B2-8186F9F95C99}" dt="2026-08-12T05:04:03.190" v="89"/>
          <pc:sldLayoutMkLst>
            <pc:docMk/>
            <pc:sldMasterMk cId="3408140907" sldId="2147483689"/>
            <pc:sldLayoutMk cId="395397119" sldId="2147483717"/>
          </pc:sldLayoutMkLst>
        </pc:sldLayoutChg>
      </pc:sldMasterChg>
      <pc:sldMasterChg chg="add del addSldLayout delSldLayout modSldLayout">
        <pc:chgData name="Sadhana Sanivarapu" userId="0b47bcbc6733348d" providerId="Windows Live" clId="Web-{FB0B2C1E-58AF-485C-99B2-8186F9F95C99}" dt="2026-08-12T05:04:11.206" v="90"/>
        <pc:sldMasterMkLst>
          <pc:docMk/>
          <pc:sldMasterMk cId="1329729133" sldId="2147483718"/>
        </pc:sldMasterMkLst>
        <pc:sldLayoutChg chg="add del mod replId">
          <pc:chgData name="Sadhana Sanivarapu" userId="0b47bcbc6733348d" providerId="Windows Live" clId="Web-{FB0B2C1E-58AF-485C-99B2-8186F9F95C99}" dt="2026-08-12T05:04:11.206" v="90"/>
          <pc:sldLayoutMkLst>
            <pc:docMk/>
            <pc:sldMasterMk cId="1329729133" sldId="2147483718"/>
            <pc:sldLayoutMk cId="3197108812" sldId="2147483719"/>
          </pc:sldLayoutMkLst>
        </pc:sldLayoutChg>
        <pc:sldLayoutChg chg="add del mod replId">
          <pc:chgData name="Sadhana Sanivarapu" userId="0b47bcbc6733348d" providerId="Windows Live" clId="Web-{FB0B2C1E-58AF-485C-99B2-8186F9F95C99}" dt="2026-08-12T05:04:11.206" v="90"/>
          <pc:sldLayoutMkLst>
            <pc:docMk/>
            <pc:sldMasterMk cId="1329729133" sldId="2147483718"/>
            <pc:sldLayoutMk cId="1651142221" sldId="2147483720"/>
          </pc:sldLayoutMkLst>
        </pc:sldLayoutChg>
        <pc:sldLayoutChg chg="add del mod replId">
          <pc:chgData name="Sadhana Sanivarapu" userId="0b47bcbc6733348d" providerId="Windows Live" clId="Web-{FB0B2C1E-58AF-485C-99B2-8186F9F95C99}" dt="2026-08-12T05:04:11.206" v="90"/>
          <pc:sldLayoutMkLst>
            <pc:docMk/>
            <pc:sldMasterMk cId="1329729133" sldId="2147483718"/>
            <pc:sldLayoutMk cId="2107874854" sldId="2147483721"/>
          </pc:sldLayoutMkLst>
        </pc:sldLayoutChg>
        <pc:sldLayoutChg chg="add del mod replId">
          <pc:chgData name="Sadhana Sanivarapu" userId="0b47bcbc6733348d" providerId="Windows Live" clId="Web-{FB0B2C1E-58AF-485C-99B2-8186F9F95C99}" dt="2026-08-12T05:04:11.206" v="90"/>
          <pc:sldLayoutMkLst>
            <pc:docMk/>
            <pc:sldMasterMk cId="1329729133" sldId="2147483718"/>
            <pc:sldLayoutMk cId="3073563946" sldId="2147483722"/>
          </pc:sldLayoutMkLst>
        </pc:sldLayoutChg>
        <pc:sldLayoutChg chg="add del mod replId">
          <pc:chgData name="Sadhana Sanivarapu" userId="0b47bcbc6733348d" providerId="Windows Live" clId="Web-{FB0B2C1E-58AF-485C-99B2-8186F9F95C99}" dt="2026-08-12T05:04:11.206" v="90"/>
          <pc:sldLayoutMkLst>
            <pc:docMk/>
            <pc:sldMasterMk cId="1329729133" sldId="2147483718"/>
            <pc:sldLayoutMk cId="1279582940" sldId="2147483723"/>
          </pc:sldLayoutMkLst>
        </pc:sldLayoutChg>
        <pc:sldLayoutChg chg="add del mod replId">
          <pc:chgData name="Sadhana Sanivarapu" userId="0b47bcbc6733348d" providerId="Windows Live" clId="Web-{FB0B2C1E-58AF-485C-99B2-8186F9F95C99}" dt="2026-08-12T05:04:11.206" v="90"/>
          <pc:sldLayoutMkLst>
            <pc:docMk/>
            <pc:sldMasterMk cId="1329729133" sldId="2147483718"/>
            <pc:sldLayoutMk cId="4062414571" sldId="2147483724"/>
          </pc:sldLayoutMkLst>
        </pc:sldLayoutChg>
        <pc:sldLayoutChg chg="add del mod replId">
          <pc:chgData name="Sadhana Sanivarapu" userId="0b47bcbc6733348d" providerId="Windows Live" clId="Web-{FB0B2C1E-58AF-485C-99B2-8186F9F95C99}" dt="2026-08-12T05:04:11.206" v="90"/>
          <pc:sldLayoutMkLst>
            <pc:docMk/>
            <pc:sldMasterMk cId="1329729133" sldId="2147483718"/>
            <pc:sldLayoutMk cId="2094383455" sldId="2147483725"/>
          </pc:sldLayoutMkLst>
        </pc:sldLayoutChg>
        <pc:sldLayoutChg chg="add del mod replId">
          <pc:chgData name="Sadhana Sanivarapu" userId="0b47bcbc6733348d" providerId="Windows Live" clId="Web-{FB0B2C1E-58AF-485C-99B2-8186F9F95C99}" dt="2026-08-12T05:04:11.206" v="90"/>
          <pc:sldLayoutMkLst>
            <pc:docMk/>
            <pc:sldMasterMk cId="1329729133" sldId="2147483718"/>
            <pc:sldLayoutMk cId="225462791" sldId="2147483726"/>
          </pc:sldLayoutMkLst>
        </pc:sldLayoutChg>
        <pc:sldLayoutChg chg="add del mod replId">
          <pc:chgData name="Sadhana Sanivarapu" userId="0b47bcbc6733348d" providerId="Windows Live" clId="Web-{FB0B2C1E-58AF-485C-99B2-8186F9F95C99}" dt="2026-08-12T05:04:11.206" v="90"/>
          <pc:sldLayoutMkLst>
            <pc:docMk/>
            <pc:sldMasterMk cId="1329729133" sldId="2147483718"/>
            <pc:sldLayoutMk cId="2352076148" sldId="2147483727"/>
          </pc:sldLayoutMkLst>
        </pc:sldLayoutChg>
        <pc:sldLayoutChg chg="add del mod replId">
          <pc:chgData name="Sadhana Sanivarapu" userId="0b47bcbc6733348d" providerId="Windows Live" clId="Web-{FB0B2C1E-58AF-485C-99B2-8186F9F95C99}" dt="2026-08-12T05:04:11.206" v="90"/>
          <pc:sldLayoutMkLst>
            <pc:docMk/>
            <pc:sldMasterMk cId="1329729133" sldId="2147483718"/>
            <pc:sldLayoutMk cId="3263659281" sldId="2147483728"/>
          </pc:sldLayoutMkLst>
        </pc:sldLayoutChg>
        <pc:sldLayoutChg chg="add del mod replId">
          <pc:chgData name="Sadhana Sanivarapu" userId="0b47bcbc6733348d" providerId="Windows Live" clId="Web-{FB0B2C1E-58AF-485C-99B2-8186F9F95C99}" dt="2026-08-12T05:04:11.206" v="90"/>
          <pc:sldLayoutMkLst>
            <pc:docMk/>
            <pc:sldMasterMk cId="1329729133" sldId="2147483718"/>
            <pc:sldLayoutMk cId="2481829166" sldId="2147483729"/>
          </pc:sldLayoutMkLst>
        </pc:sldLayoutChg>
        <pc:sldLayoutChg chg="add del mod replId">
          <pc:chgData name="Sadhana Sanivarapu" userId="0b47bcbc6733348d" providerId="Windows Live" clId="Web-{FB0B2C1E-58AF-485C-99B2-8186F9F95C99}" dt="2026-08-12T05:04:11.206" v="90"/>
          <pc:sldLayoutMkLst>
            <pc:docMk/>
            <pc:sldMasterMk cId="1329729133" sldId="2147483718"/>
            <pc:sldLayoutMk cId="1842677774" sldId="2147483730"/>
          </pc:sldLayoutMkLst>
        </pc:sldLayoutChg>
        <pc:sldLayoutChg chg="add del mod replId">
          <pc:chgData name="Sadhana Sanivarapu" userId="0b47bcbc6733348d" providerId="Windows Live" clId="Web-{FB0B2C1E-58AF-485C-99B2-8186F9F95C99}" dt="2026-08-12T05:04:11.206" v="90"/>
          <pc:sldLayoutMkLst>
            <pc:docMk/>
            <pc:sldMasterMk cId="1329729133" sldId="2147483718"/>
            <pc:sldLayoutMk cId="2590671168" sldId="2147483731"/>
          </pc:sldLayoutMkLst>
        </pc:sldLayoutChg>
        <pc:sldLayoutChg chg="add del mod replId">
          <pc:chgData name="Sadhana Sanivarapu" userId="0b47bcbc6733348d" providerId="Windows Live" clId="Web-{FB0B2C1E-58AF-485C-99B2-8186F9F95C99}" dt="2026-08-12T05:04:11.206" v="90"/>
          <pc:sldLayoutMkLst>
            <pc:docMk/>
            <pc:sldMasterMk cId="1329729133" sldId="2147483718"/>
            <pc:sldLayoutMk cId="1877600061" sldId="2147483732"/>
          </pc:sldLayoutMkLst>
        </pc:sldLayoutChg>
        <pc:sldLayoutChg chg="add del mod replId">
          <pc:chgData name="Sadhana Sanivarapu" userId="0b47bcbc6733348d" providerId="Windows Live" clId="Web-{FB0B2C1E-58AF-485C-99B2-8186F9F95C99}" dt="2026-08-12T05:04:11.206" v="90"/>
          <pc:sldLayoutMkLst>
            <pc:docMk/>
            <pc:sldMasterMk cId="1329729133" sldId="2147483718"/>
            <pc:sldLayoutMk cId="1246061588" sldId="2147483733"/>
          </pc:sldLayoutMkLst>
        </pc:sldLayoutChg>
        <pc:sldLayoutChg chg="add del mod replId">
          <pc:chgData name="Sadhana Sanivarapu" userId="0b47bcbc6733348d" providerId="Windows Live" clId="Web-{FB0B2C1E-58AF-485C-99B2-8186F9F95C99}" dt="2026-08-12T05:04:11.206" v="90"/>
          <pc:sldLayoutMkLst>
            <pc:docMk/>
            <pc:sldMasterMk cId="1329729133" sldId="2147483718"/>
            <pc:sldLayoutMk cId="3795076846" sldId="2147483734"/>
          </pc:sldLayoutMkLst>
        </pc:sldLayoutChg>
        <pc:sldLayoutChg chg="add del mod replId">
          <pc:chgData name="Sadhana Sanivarapu" userId="0b47bcbc6733348d" providerId="Windows Live" clId="Web-{FB0B2C1E-58AF-485C-99B2-8186F9F95C99}" dt="2026-08-12T05:04:11.206" v="90"/>
          <pc:sldLayoutMkLst>
            <pc:docMk/>
            <pc:sldMasterMk cId="1329729133" sldId="2147483718"/>
            <pc:sldLayoutMk cId="177020621" sldId="2147483735"/>
          </pc:sldLayoutMkLst>
        </pc:sldLayoutChg>
        <pc:sldLayoutChg chg="add del mod replId">
          <pc:chgData name="Sadhana Sanivarapu" userId="0b47bcbc6733348d" providerId="Windows Live" clId="Web-{FB0B2C1E-58AF-485C-99B2-8186F9F95C99}" dt="2026-08-12T05:04:11.206" v="90"/>
          <pc:sldLayoutMkLst>
            <pc:docMk/>
            <pc:sldMasterMk cId="1329729133" sldId="2147483718"/>
            <pc:sldLayoutMk cId="3323225742" sldId="2147483736"/>
          </pc:sldLayoutMkLst>
        </pc:sldLayoutChg>
        <pc:sldLayoutChg chg="add del mod replId">
          <pc:chgData name="Sadhana Sanivarapu" userId="0b47bcbc6733348d" providerId="Windows Live" clId="Web-{FB0B2C1E-58AF-485C-99B2-8186F9F95C99}" dt="2026-08-12T05:04:11.206" v="90"/>
          <pc:sldLayoutMkLst>
            <pc:docMk/>
            <pc:sldMasterMk cId="1329729133" sldId="2147483718"/>
            <pc:sldLayoutMk cId="987574937" sldId="2147483737"/>
          </pc:sldLayoutMkLst>
        </pc:sldLayoutChg>
        <pc:sldLayoutChg chg="add del mod replId">
          <pc:chgData name="Sadhana Sanivarapu" userId="0b47bcbc6733348d" providerId="Windows Live" clId="Web-{FB0B2C1E-58AF-485C-99B2-8186F9F95C99}" dt="2026-08-12T05:04:11.206" v="90"/>
          <pc:sldLayoutMkLst>
            <pc:docMk/>
            <pc:sldMasterMk cId="1329729133" sldId="2147483718"/>
            <pc:sldLayoutMk cId="253879526" sldId="2147483738"/>
          </pc:sldLayoutMkLst>
        </pc:sldLayoutChg>
        <pc:sldLayoutChg chg="add del mod replId">
          <pc:chgData name="Sadhana Sanivarapu" userId="0b47bcbc6733348d" providerId="Windows Live" clId="Web-{FB0B2C1E-58AF-485C-99B2-8186F9F95C99}" dt="2026-08-12T05:04:11.206" v="90"/>
          <pc:sldLayoutMkLst>
            <pc:docMk/>
            <pc:sldMasterMk cId="1329729133" sldId="2147483718"/>
            <pc:sldLayoutMk cId="2063978527" sldId="2147483739"/>
          </pc:sldLayoutMkLst>
        </pc:sldLayoutChg>
        <pc:sldLayoutChg chg="add del mod replId">
          <pc:chgData name="Sadhana Sanivarapu" userId="0b47bcbc6733348d" providerId="Windows Live" clId="Web-{FB0B2C1E-58AF-485C-99B2-8186F9F95C99}" dt="2026-08-12T05:04:11.206" v="90"/>
          <pc:sldLayoutMkLst>
            <pc:docMk/>
            <pc:sldMasterMk cId="1329729133" sldId="2147483718"/>
            <pc:sldLayoutMk cId="2187825213" sldId="2147483740"/>
          </pc:sldLayoutMkLst>
        </pc:sldLayoutChg>
        <pc:sldLayoutChg chg="add del mod replId">
          <pc:chgData name="Sadhana Sanivarapu" userId="0b47bcbc6733348d" providerId="Windows Live" clId="Web-{FB0B2C1E-58AF-485C-99B2-8186F9F95C99}" dt="2026-08-12T05:04:11.206" v="90"/>
          <pc:sldLayoutMkLst>
            <pc:docMk/>
            <pc:sldMasterMk cId="1329729133" sldId="2147483718"/>
            <pc:sldLayoutMk cId="2822407682" sldId="2147483741"/>
          </pc:sldLayoutMkLst>
        </pc:sldLayoutChg>
        <pc:sldLayoutChg chg="add del mod replId">
          <pc:chgData name="Sadhana Sanivarapu" userId="0b47bcbc6733348d" providerId="Windows Live" clId="Web-{FB0B2C1E-58AF-485C-99B2-8186F9F95C99}" dt="2026-08-12T05:04:11.206" v="90"/>
          <pc:sldLayoutMkLst>
            <pc:docMk/>
            <pc:sldMasterMk cId="1329729133" sldId="2147483718"/>
            <pc:sldLayoutMk cId="3092292890" sldId="2147483742"/>
          </pc:sldLayoutMkLst>
        </pc:sldLayoutChg>
        <pc:sldLayoutChg chg="add del mod replId">
          <pc:chgData name="Sadhana Sanivarapu" userId="0b47bcbc6733348d" providerId="Windows Live" clId="Web-{FB0B2C1E-58AF-485C-99B2-8186F9F95C99}" dt="2026-08-12T05:04:11.206" v="90"/>
          <pc:sldLayoutMkLst>
            <pc:docMk/>
            <pc:sldMasterMk cId="1329729133" sldId="2147483718"/>
            <pc:sldLayoutMk cId="2074454299" sldId="2147483743"/>
          </pc:sldLayoutMkLst>
        </pc:sldLayoutChg>
        <pc:sldLayoutChg chg="add del mod replId">
          <pc:chgData name="Sadhana Sanivarapu" userId="0b47bcbc6733348d" providerId="Windows Live" clId="Web-{FB0B2C1E-58AF-485C-99B2-8186F9F95C99}" dt="2026-08-12T05:04:11.206" v="90"/>
          <pc:sldLayoutMkLst>
            <pc:docMk/>
            <pc:sldMasterMk cId="1329729133" sldId="2147483718"/>
            <pc:sldLayoutMk cId="3602513208" sldId="2147483744"/>
          </pc:sldLayoutMkLst>
        </pc:sldLayoutChg>
        <pc:sldLayoutChg chg="add del mod replId">
          <pc:chgData name="Sadhana Sanivarapu" userId="0b47bcbc6733348d" providerId="Windows Live" clId="Web-{FB0B2C1E-58AF-485C-99B2-8186F9F95C99}" dt="2026-08-12T05:04:11.206" v="90"/>
          <pc:sldLayoutMkLst>
            <pc:docMk/>
            <pc:sldMasterMk cId="1329729133" sldId="2147483718"/>
            <pc:sldLayoutMk cId="2129379984" sldId="2147483745"/>
          </pc:sldLayoutMkLst>
        </pc:sldLayoutChg>
        <pc:sldLayoutChg chg="add del mod replId">
          <pc:chgData name="Sadhana Sanivarapu" userId="0b47bcbc6733348d" providerId="Windows Live" clId="Web-{FB0B2C1E-58AF-485C-99B2-8186F9F95C99}" dt="2026-08-12T05:04:11.206" v="90"/>
          <pc:sldLayoutMkLst>
            <pc:docMk/>
            <pc:sldMasterMk cId="1329729133" sldId="2147483718"/>
            <pc:sldLayoutMk cId="2381028638" sldId="2147483746"/>
          </pc:sldLayoutMkLst>
        </pc:sldLayoutChg>
      </pc:sldMasterChg>
      <pc:sldMasterChg chg="add del addSldLayout delSldLayout modSldLayout">
        <pc:chgData name="Sadhana Sanivarapu" userId="0b47bcbc6733348d" providerId="Windows Live" clId="Web-{FB0B2C1E-58AF-485C-99B2-8186F9F95C99}" dt="2026-08-12T05:04:14.612" v="91"/>
        <pc:sldMasterMkLst>
          <pc:docMk/>
          <pc:sldMasterMk cId="4260318451" sldId="2147483747"/>
        </pc:sldMasterMkLst>
        <pc:sldLayoutChg chg="add del mod replId">
          <pc:chgData name="Sadhana Sanivarapu" userId="0b47bcbc6733348d" providerId="Windows Live" clId="Web-{FB0B2C1E-58AF-485C-99B2-8186F9F95C99}" dt="2026-08-12T05:04:14.612" v="91"/>
          <pc:sldLayoutMkLst>
            <pc:docMk/>
            <pc:sldMasterMk cId="4260318451" sldId="2147483747"/>
            <pc:sldLayoutMk cId="1224785338" sldId="2147483748"/>
          </pc:sldLayoutMkLst>
        </pc:sldLayoutChg>
        <pc:sldLayoutChg chg="add del mod replId">
          <pc:chgData name="Sadhana Sanivarapu" userId="0b47bcbc6733348d" providerId="Windows Live" clId="Web-{FB0B2C1E-58AF-485C-99B2-8186F9F95C99}" dt="2026-08-12T05:04:14.612" v="91"/>
          <pc:sldLayoutMkLst>
            <pc:docMk/>
            <pc:sldMasterMk cId="4260318451" sldId="2147483747"/>
            <pc:sldLayoutMk cId="4042968687" sldId="2147483749"/>
          </pc:sldLayoutMkLst>
        </pc:sldLayoutChg>
        <pc:sldLayoutChg chg="add del mod replId">
          <pc:chgData name="Sadhana Sanivarapu" userId="0b47bcbc6733348d" providerId="Windows Live" clId="Web-{FB0B2C1E-58AF-485C-99B2-8186F9F95C99}" dt="2026-08-12T05:04:14.612" v="91"/>
          <pc:sldLayoutMkLst>
            <pc:docMk/>
            <pc:sldMasterMk cId="4260318451" sldId="2147483747"/>
            <pc:sldLayoutMk cId="1006244621" sldId="2147483750"/>
          </pc:sldLayoutMkLst>
        </pc:sldLayoutChg>
        <pc:sldLayoutChg chg="add del mod replId">
          <pc:chgData name="Sadhana Sanivarapu" userId="0b47bcbc6733348d" providerId="Windows Live" clId="Web-{FB0B2C1E-58AF-485C-99B2-8186F9F95C99}" dt="2026-08-12T05:04:14.612" v="91"/>
          <pc:sldLayoutMkLst>
            <pc:docMk/>
            <pc:sldMasterMk cId="4260318451" sldId="2147483747"/>
            <pc:sldLayoutMk cId="2786863493" sldId="2147483751"/>
          </pc:sldLayoutMkLst>
        </pc:sldLayoutChg>
        <pc:sldLayoutChg chg="add del mod replId">
          <pc:chgData name="Sadhana Sanivarapu" userId="0b47bcbc6733348d" providerId="Windows Live" clId="Web-{FB0B2C1E-58AF-485C-99B2-8186F9F95C99}" dt="2026-08-12T05:04:14.612" v="91"/>
          <pc:sldLayoutMkLst>
            <pc:docMk/>
            <pc:sldMasterMk cId="4260318451" sldId="2147483747"/>
            <pc:sldLayoutMk cId="258390325" sldId="2147483752"/>
          </pc:sldLayoutMkLst>
        </pc:sldLayoutChg>
        <pc:sldLayoutChg chg="add del mod replId">
          <pc:chgData name="Sadhana Sanivarapu" userId="0b47bcbc6733348d" providerId="Windows Live" clId="Web-{FB0B2C1E-58AF-485C-99B2-8186F9F95C99}" dt="2026-08-12T05:04:14.612" v="91"/>
          <pc:sldLayoutMkLst>
            <pc:docMk/>
            <pc:sldMasterMk cId="4260318451" sldId="2147483747"/>
            <pc:sldLayoutMk cId="4034436425" sldId="2147483753"/>
          </pc:sldLayoutMkLst>
        </pc:sldLayoutChg>
        <pc:sldLayoutChg chg="add del mod replId">
          <pc:chgData name="Sadhana Sanivarapu" userId="0b47bcbc6733348d" providerId="Windows Live" clId="Web-{FB0B2C1E-58AF-485C-99B2-8186F9F95C99}" dt="2026-08-12T05:04:14.612" v="91"/>
          <pc:sldLayoutMkLst>
            <pc:docMk/>
            <pc:sldMasterMk cId="4260318451" sldId="2147483747"/>
            <pc:sldLayoutMk cId="1596573377" sldId="2147483754"/>
          </pc:sldLayoutMkLst>
        </pc:sldLayoutChg>
        <pc:sldLayoutChg chg="add del mod replId">
          <pc:chgData name="Sadhana Sanivarapu" userId="0b47bcbc6733348d" providerId="Windows Live" clId="Web-{FB0B2C1E-58AF-485C-99B2-8186F9F95C99}" dt="2026-08-12T05:04:14.612" v="91"/>
          <pc:sldLayoutMkLst>
            <pc:docMk/>
            <pc:sldMasterMk cId="4260318451" sldId="2147483747"/>
            <pc:sldLayoutMk cId="2719724624" sldId="2147483755"/>
          </pc:sldLayoutMkLst>
        </pc:sldLayoutChg>
        <pc:sldLayoutChg chg="add del mod replId">
          <pc:chgData name="Sadhana Sanivarapu" userId="0b47bcbc6733348d" providerId="Windows Live" clId="Web-{FB0B2C1E-58AF-485C-99B2-8186F9F95C99}" dt="2026-08-12T05:04:14.612" v="91"/>
          <pc:sldLayoutMkLst>
            <pc:docMk/>
            <pc:sldMasterMk cId="4260318451" sldId="2147483747"/>
            <pc:sldLayoutMk cId="549172565" sldId="2147483756"/>
          </pc:sldLayoutMkLst>
        </pc:sldLayoutChg>
        <pc:sldLayoutChg chg="add del mod replId">
          <pc:chgData name="Sadhana Sanivarapu" userId="0b47bcbc6733348d" providerId="Windows Live" clId="Web-{FB0B2C1E-58AF-485C-99B2-8186F9F95C99}" dt="2026-08-12T05:04:14.612" v="91"/>
          <pc:sldLayoutMkLst>
            <pc:docMk/>
            <pc:sldMasterMk cId="4260318451" sldId="2147483747"/>
            <pc:sldLayoutMk cId="3856866524" sldId="2147483757"/>
          </pc:sldLayoutMkLst>
        </pc:sldLayoutChg>
        <pc:sldLayoutChg chg="add del mod replId">
          <pc:chgData name="Sadhana Sanivarapu" userId="0b47bcbc6733348d" providerId="Windows Live" clId="Web-{FB0B2C1E-58AF-485C-99B2-8186F9F95C99}" dt="2026-08-12T05:04:14.612" v="91"/>
          <pc:sldLayoutMkLst>
            <pc:docMk/>
            <pc:sldMasterMk cId="4260318451" sldId="2147483747"/>
            <pc:sldLayoutMk cId="2929894655" sldId="2147483758"/>
          </pc:sldLayoutMkLst>
        </pc:sldLayoutChg>
        <pc:sldLayoutChg chg="add del mod replId">
          <pc:chgData name="Sadhana Sanivarapu" userId="0b47bcbc6733348d" providerId="Windows Live" clId="Web-{FB0B2C1E-58AF-485C-99B2-8186F9F95C99}" dt="2026-08-12T05:04:14.612" v="91"/>
          <pc:sldLayoutMkLst>
            <pc:docMk/>
            <pc:sldMasterMk cId="4260318451" sldId="2147483747"/>
            <pc:sldLayoutMk cId="551255609" sldId="2147483759"/>
          </pc:sldLayoutMkLst>
        </pc:sldLayoutChg>
        <pc:sldLayoutChg chg="add del mod replId">
          <pc:chgData name="Sadhana Sanivarapu" userId="0b47bcbc6733348d" providerId="Windows Live" clId="Web-{FB0B2C1E-58AF-485C-99B2-8186F9F95C99}" dt="2026-08-12T05:04:14.612" v="91"/>
          <pc:sldLayoutMkLst>
            <pc:docMk/>
            <pc:sldMasterMk cId="4260318451" sldId="2147483747"/>
            <pc:sldLayoutMk cId="1357656258" sldId="2147483760"/>
          </pc:sldLayoutMkLst>
        </pc:sldLayoutChg>
        <pc:sldLayoutChg chg="add del mod replId">
          <pc:chgData name="Sadhana Sanivarapu" userId="0b47bcbc6733348d" providerId="Windows Live" clId="Web-{FB0B2C1E-58AF-485C-99B2-8186F9F95C99}" dt="2026-08-12T05:04:14.612" v="91"/>
          <pc:sldLayoutMkLst>
            <pc:docMk/>
            <pc:sldMasterMk cId="4260318451" sldId="2147483747"/>
            <pc:sldLayoutMk cId="2492696737" sldId="2147483761"/>
          </pc:sldLayoutMkLst>
        </pc:sldLayoutChg>
        <pc:sldLayoutChg chg="add del mod replId">
          <pc:chgData name="Sadhana Sanivarapu" userId="0b47bcbc6733348d" providerId="Windows Live" clId="Web-{FB0B2C1E-58AF-485C-99B2-8186F9F95C99}" dt="2026-08-12T05:04:14.612" v="91"/>
          <pc:sldLayoutMkLst>
            <pc:docMk/>
            <pc:sldMasterMk cId="4260318451" sldId="2147483747"/>
            <pc:sldLayoutMk cId="2246914559" sldId="2147483762"/>
          </pc:sldLayoutMkLst>
        </pc:sldLayoutChg>
        <pc:sldLayoutChg chg="add del mod replId">
          <pc:chgData name="Sadhana Sanivarapu" userId="0b47bcbc6733348d" providerId="Windows Live" clId="Web-{FB0B2C1E-58AF-485C-99B2-8186F9F95C99}" dt="2026-08-12T05:04:14.612" v="91"/>
          <pc:sldLayoutMkLst>
            <pc:docMk/>
            <pc:sldMasterMk cId="4260318451" sldId="2147483747"/>
            <pc:sldLayoutMk cId="2870952520" sldId="2147483763"/>
          </pc:sldLayoutMkLst>
        </pc:sldLayoutChg>
        <pc:sldLayoutChg chg="add del mod replId">
          <pc:chgData name="Sadhana Sanivarapu" userId="0b47bcbc6733348d" providerId="Windows Live" clId="Web-{FB0B2C1E-58AF-485C-99B2-8186F9F95C99}" dt="2026-08-12T05:04:14.612" v="91"/>
          <pc:sldLayoutMkLst>
            <pc:docMk/>
            <pc:sldMasterMk cId="4260318451" sldId="2147483747"/>
            <pc:sldLayoutMk cId="2051797218" sldId="2147483764"/>
          </pc:sldLayoutMkLst>
        </pc:sldLayoutChg>
        <pc:sldLayoutChg chg="add del mod replId">
          <pc:chgData name="Sadhana Sanivarapu" userId="0b47bcbc6733348d" providerId="Windows Live" clId="Web-{FB0B2C1E-58AF-485C-99B2-8186F9F95C99}" dt="2026-08-12T05:04:14.612" v="91"/>
          <pc:sldLayoutMkLst>
            <pc:docMk/>
            <pc:sldMasterMk cId="4260318451" sldId="2147483747"/>
            <pc:sldLayoutMk cId="1710425860" sldId="2147483765"/>
          </pc:sldLayoutMkLst>
        </pc:sldLayoutChg>
        <pc:sldLayoutChg chg="add del mod replId">
          <pc:chgData name="Sadhana Sanivarapu" userId="0b47bcbc6733348d" providerId="Windows Live" clId="Web-{FB0B2C1E-58AF-485C-99B2-8186F9F95C99}" dt="2026-08-12T05:04:14.612" v="91"/>
          <pc:sldLayoutMkLst>
            <pc:docMk/>
            <pc:sldMasterMk cId="4260318451" sldId="2147483747"/>
            <pc:sldLayoutMk cId="1609353933" sldId="2147483766"/>
          </pc:sldLayoutMkLst>
        </pc:sldLayoutChg>
        <pc:sldLayoutChg chg="add del mod replId">
          <pc:chgData name="Sadhana Sanivarapu" userId="0b47bcbc6733348d" providerId="Windows Live" clId="Web-{FB0B2C1E-58AF-485C-99B2-8186F9F95C99}" dt="2026-08-12T05:04:14.612" v="91"/>
          <pc:sldLayoutMkLst>
            <pc:docMk/>
            <pc:sldMasterMk cId="4260318451" sldId="2147483747"/>
            <pc:sldLayoutMk cId="1685623099" sldId="2147483767"/>
          </pc:sldLayoutMkLst>
        </pc:sldLayoutChg>
        <pc:sldLayoutChg chg="add del mod replId">
          <pc:chgData name="Sadhana Sanivarapu" userId="0b47bcbc6733348d" providerId="Windows Live" clId="Web-{FB0B2C1E-58AF-485C-99B2-8186F9F95C99}" dt="2026-08-12T05:04:14.612" v="91"/>
          <pc:sldLayoutMkLst>
            <pc:docMk/>
            <pc:sldMasterMk cId="4260318451" sldId="2147483747"/>
            <pc:sldLayoutMk cId="3368975021" sldId="2147483768"/>
          </pc:sldLayoutMkLst>
        </pc:sldLayoutChg>
        <pc:sldLayoutChg chg="add del mod replId">
          <pc:chgData name="Sadhana Sanivarapu" userId="0b47bcbc6733348d" providerId="Windows Live" clId="Web-{FB0B2C1E-58AF-485C-99B2-8186F9F95C99}" dt="2026-08-12T05:04:14.612" v="91"/>
          <pc:sldLayoutMkLst>
            <pc:docMk/>
            <pc:sldMasterMk cId="4260318451" sldId="2147483747"/>
            <pc:sldLayoutMk cId="764489281" sldId="2147483769"/>
          </pc:sldLayoutMkLst>
        </pc:sldLayoutChg>
        <pc:sldLayoutChg chg="add del mod replId">
          <pc:chgData name="Sadhana Sanivarapu" userId="0b47bcbc6733348d" providerId="Windows Live" clId="Web-{FB0B2C1E-58AF-485C-99B2-8186F9F95C99}" dt="2026-08-12T05:04:14.612" v="91"/>
          <pc:sldLayoutMkLst>
            <pc:docMk/>
            <pc:sldMasterMk cId="4260318451" sldId="2147483747"/>
            <pc:sldLayoutMk cId="3305772689" sldId="2147483770"/>
          </pc:sldLayoutMkLst>
        </pc:sldLayoutChg>
        <pc:sldLayoutChg chg="add del mod replId">
          <pc:chgData name="Sadhana Sanivarapu" userId="0b47bcbc6733348d" providerId="Windows Live" clId="Web-{FB0B2C1E-58AF-485C-99B2-8186F9F95C99}" dt="2026-08-12T05:04:14.612" v="91"/>
          <pc:sldLayoutMkLst>
            <pc:docMk/>
            <pc:sldMasterMk cId="4260318451" sldId="2147483747"/>
            <pc:sldLayoutMk cId="2613453660" sldId="2147483771"/>
          </pc:sldLayoutMkLst>
        </pc:sldLayoutChg>
        <pc:sldLayoutChg chg="add del mod replId">
          <pc:chgData name="Sadhana Sanivarapu" userId="0b47bcbc6733348d" providerId="Windows Live" clId="Web-{FB0B2C1E-58AF-485C-99B2-8186F9F95C99}" dt="2026-08-12T05:04:14.612" v="91"/>
          <pc:sldLayoutMkLst>
            <pc:docMk/>
            <pc:sldMasterMk cId="4260318451" sldId="2147483747"/>
            <pc:sldLayoutMk cId="399808809" sldId="2147483772"/>
          </pc:sldLayoutMkLst>
        </pc:sldLayoutChg>
        <pc:sldLayoutChg chg="add del mod replId">
          <pc:chgData name="Sadhana Sanivarapu" userId="0b47bcbc6733348d" providerId="Windows Live" clId="Web-{FB0B2C1E-58AF-485C-99B2-8186F9F95C99}" dt="2026-08-12T05:04:14.612" v="91"/>
          <pc:sldLayoutMkLst>
            <pc:docMk/>
            <pc:sldMasterMk cId="4260318451" sldId="2147483747"/>
            <pc:sldLayoutMk cId="3409872201" sldId="2147483773"/>
          </pc:sldLayoutMkLst>
        </pc:sldLayoutChg>
        <pc:sldLayoutChg chg="add del mod replId">
          <pc:chgData name="Sadhana Sanivarapu" userId="0b47bcbc6733348d" providerId="Windows Live" clId="Web-{FB0B2C1E-58AF-485C-99B2-8186F9F95C99}" dt="2026-08-12T05:04:14.612" v="91"/>
          <pc:sldLayoutMkLst>
            <pc:docMk/>
            <pc:sldMasterMk cId="4260318451" sldId="2147483747"/>
            <pc:sldLayoutMk cId="1229480507" sldId="2147483774"/>
          </pc:sldLayoutMkLst>
        </pc:sldLayoutChg>
        <pc:sldLayoutChg chg="add del mod replId">
          <pc:chgData name="Sadhana Sanivarapu" userId="0b47bcbc6733348d" providerId="Windows Live" clId="Web-{FB0B2C1E-58AF-485C-99B2-8186F9F95C99}" dt="2026-08-12T05:04:14.612" v="91"/>
          <pc:sldLayoutMkLst>
            <pc:docMk/>
            <pc:sldMasterMk cId="4260318451" sldId="2147483747"/>
            <pc:sldLayoutMk cId="1842495516" sldId="2147483775"/>
          </pc:sldLayoutMkLst>
        </pc:sldLayoutChg>
      </pc:sldMasterChg>
      <pc:sldMasterChg chg="add del addSldLayout delSldLayout modSldLayout">
        <pc:chgData name="Sadhana Sanivarapu" userId="0b47bcbc6733348d" providerId="Windows Live" clId="Web-{FB0B2C1E-58AF-485C-99B2-8186F9F95C99}" dt="2026-08-12T05:04:20.972" v="92"/>
        <pc:sldMasterMkLst>
          <pc:docMk/>
          <pc:sldMasterMk cId="70747736" sldId="2147483776"/>
        </pc:sldMasterMkLst>
        <pc:sldLayoutChg chg="add del mod replId">
          <pc:chgData name="Sadhana Sanivarapu" userId="0b47bcbc6733348d" providerId="Windows Live" clId="Web-{FB0B2C1E-58AF-485C-99B2-8186F9F95C99}" dt="2026-08-12T05:04:20.972" v="92"/>
          <pc:sldLayoutMkLst>
            <pc:docMk/>
            <pc:sldMasterMk cId="70747736" sldId="2147483776"/>
            <pc:sldLayoutMk cId="2931797658" sldId="2147483777"/>
          </pc:sldLayoutMkLst>
        </pc:sldLayoutChg>
        <pc:sldLayoutChg chg="add del mod replId">
          <pc:chgData name="Sadhana Sanivarapu" userId="0b47bcbc6733348d" providerId="Windows Live" clId="Web-{FB0B2C1E-58AF-485C-99B2-8186F9F95C99}" dt="2026-08-12T05:04:20.972" v="92"/>
          <pc:sldLayoutMkLst>
            <pc:docMk/>
            <pc:sldMasterMk cId="70747736" sldId="2147483776"/>
            <pc:sldLayoutMk cId="878580905" sldId="2147483778"/>
          </pc:sldLayoutMkLst>
        </pc:sldLayoutChg>
        <pc:sldLayoutChg chg="add del mod replId">
          <pc:chgData name="Sadhana Sanivarapu" userId="0b47bcbc6733348d" providerId="Windows Live" clId="Web-{FB0B2C1E-58AF-485C-99B2-8186F9F95C99}" dt="2026-08-12T05:04:20.972" v="92"/>
          <pc:sldLayoutMkLst>
            <pc:docMk/>
            <pc:sldMasterMk cId="70747736" sldId="2147483776"/>
            <pc:sldLayoutMk cId="415435472" sldId="2147483779"/>
          </pc:sldLayoutMkLst>
        </pc:sldLayoutChg>
        <pc:sldLayoutChg chg="add del mod replId">
          <pc:chgData name="Sadhana Sanivarapu" userId="0b47bcbc6733348d" providerId="Windows Live" clId="Web-{FB0B2C1E-58AF-485C-99B2-8186F9F95C99}" dt="2026-08-12T05:04:20.972" v="92"/>
          <pc:sldLayoutMkLst>
            <pc:docMk/>
            <pc:sldMasterMk cId="70747736" sldId="2147483776"/>
            <pc:sldLayoutMk cId="3150051018" sldId="2147483780"/>
          </pc:sldLayoutMkLst>
        </pc:sldLayoutChg>
        <pc:sldLayoutChg chg="add del mod replId">
          <pc:chgData name="Sadhana Sanivarapu" userId="0b47bcbc6733348d" providerId="Windows Live" clId="Web-{FB0B2C1E-58AF-485C-99B2-8186F9F95C99}" dt="2026-08-12T05:04:20.972" v="92"/>
          <pc:sldLayoutMkLst>
            <pc:docMk/>
            <pc:sldMasterMk cId="70747736" sldId="2147483776"/>
            <pc:sldLayoutMk cId="1310364142" sldId="2147483781"/>
          </pc:sldLayoutMkLst>
        </pc:sldLayoutChg>
        <pc:sldLayoutChg chg="add del mod replId">
          <pc:chgData name="Sadhana Sanivarapu" userId="0b47bcbc6733348d" providerId="Windows Live" clId="Web-{FB0B2C1E-58AF-485C-99B2-8186F9F95C99}" dt="2026-08-12T05:04:20.972" v="92"/>
          <pc:sldLayoutMkLst>
            <pc:docMk/>
            <pc:sldMasterMk cId="70747736" sldId="2147483776"/>
            <pc:sldLayoutMk cId="1001666620" sldId="2147483782"/>
          </pc:sldLayoutMkLst>
        </pc:sldLayoutChg>
        <pc:sldLayoutChg chg="add del mod replId">
          <pc:chgData name="Sadhana Sanivarapu" userId="0b47bcbc6733348d" providerId="Windows Live" clId="Web-{FB0B2C1E-58AF-485C-99B2-8186F9F95C99}" dt="2026-08-12T05:04:20.972" v="92"/>
          <pc:sldLayoutMkLst>
            <pc:docMk/>
            <pc:sldMasterMk cId="70747736" sldId="2147483776"/>
            <pc:sldLayoutMk cId="3333391856" sldId="2147483783"/>
          </pc:sldLayoutMkLst>
        </pc:sldLayoutChg>
        <pc:sldLayoutChg chg="add del mod replId">
          <pc:chgData name="Sadhana Sanivarapu" userId="0b47bcbc6733348d" providerId="Windows Live" clId="Web-{FB0B2C1E-58AF-485C-99B2-8186F9F95C99}" dt="2026-08-12T05:04:20.972" v="92"/>
          <pc:sldLayoutMkLst>
            <pc:docMk/>
            <pc:sldMasterMk cId="70747736" sldId="2147483776"/>
            <pc:sldLayoutMk cId="562871943" sldId="2147483784"/>
          </pc:sldLayoutMkLst>
        </pc:sldLayoutChg>
        <pc:sldLayoutChg chg="add del mod replId">
          <pc:chgData name="Sadhana Sanivarapu" userId="0b47bcbc6733348d" providerId="Windows Live" clId="Web-{FB0B2C1E-58AF-485C-99B2-8186F9F95C99}" dt="2026-08-12T05:04:20.972" v="92"/>
          <pc:sldLayoutMkLst>
            <pc:docMk/>
            <pc:sldMasterMk cId="70747736" sldId="2147483776"/>
            <pc:sldLayoutMk cId="3091722483" sldId="2147483785"/>
          </pc:sldLayoutMkLst>
        </pc:sldLayoutChg>
        <pc:sldLayoutChg chg="add del mod replId">
          <pc:chgData name="Sadhana Sanivarapu" userId="0b47bcbc6733348d" providerId="Windows Live" clId="Web-{FB0B2C1E-58AF-485C-99B2-8186F9F95C99}" dt="2026-08-12T05:04:20.972" v="92"/>
          <pc:sldLayoutMkLst>
            <pc:docMk/>
            <pc:sldMasterMk cId="70747736" sldId="2147483776"/>
            <pc:sldLayoutMk cId="3197282685" sldId="2147483786"/>
          </pc:sldLayoutMkLst>
        </pc:sldLayoutChg>
        <pc:sldLayoutChg chg="add del mod replId">
          <pc:chgData name="Sadhana Sanivarapu" userId="0b47bcbc6733348d" providerId="Windows Live" clId="Web-{FB0B2C1E-58AF-485C-99B2-8186F9F95C99}" dt="2026-08-12T05:04:20.972" v="92"/>
          <pc:sldLayoutMkLst>
            <pc:docMk/>
            <pc:sldMasterMk cId="70747736" sldId="2147483776"/>
            <pc:sldLayoutMk cId="3523652492" sldId="2147483787"/>
          </pc:sldLayoutMkLst>
        </pc:sldLayoutChg>
        <pc:sldLayoutChg chg="add del mod replId">
          <pc:chgData name="Sadhana Sanivarapu" userId="0b47bcbc6733348d" providerId="Windows Live" clId="Web-{FB0B2C1E-58AF-485C-99B2-8186F9F95C99}" dt="2026-08-12T05:04:20.972" v="92"/>
          <pc:sldLayoutMkLst>
            <pc:docMk/>
            <pc:sldMasterMk cId="70747736" sldId="2147483776"/>
            <pc:sldLayoutMk cId="225526870" sldId="2147483788"/>
          </pc:sldLayoutMkLst>
        </pc:sldLayoutChg>
        <pc:sldLayoutChg chg="add del mod replId">
          <pc:chgData name="Sadhana Sanivarapu" userId="0b47bcbc6733348d" providerId="Windows Live" clId="Web-{FB0B2C1E-58AF-485C-99B2-8186F9F95C99}" dt="2026-08-12T05:04:20.972" v="92"/>
          <pc:sldLayoutMkLst>
            <pc:docMk/>
            <pc:sldMasterMk cId="70747736" sldId="2147483776"/>
            <pc:sldLayoutMk cId="789125678" sldId="2147483789"/>
          </pc:sldLayoutMkLst>
        </pc:sldLayoutChg>
        <pc:sldLayoutChg chg="add del mod replId">
          <pc:chgData name="Sadhana Sanivarapu" userId="0b47bcbc6733348d" providerId="Windows Live" clId="Web-{FB0B2C1E-58AF-485C-99B2-8186F9F95C99}" dt="2026-08-12T05:04:20.972" v="92"/>
          <pc:sldLayoutMkLst>
            <pc:docMk/>
            <pc:sldMasterMk cId="70747736" sldId="2147483776"/>
            <pc:sldLayoutMk cId="4262344865" sldId="2147483790"/>
          </pc:sldLayoutMkLst>
        </pc:sldLayoutChg>
        <pc:sldLayoutChg chg="add del mod replId">
          <pc:chgData name="Sadhana Sanivarapu" userId="0b47bcbc6733348d" providerId="Windows Live" clId="Web-{FB0B2C1E-58AF-485C-99B2-8186F9F95C99}" dt="2026-08-12T05:04:20.972" v="92"/>
          <pc:sldLayoutMkLst>
            <pc:docMk/>
            <pc:sldMasterMk cId="70747736" sldId="2147483776"/>
            <pc:sldLayoutMk cId="3903648542" sldId="2147483791"/>
          </pc:sldLayoutMkLst>
        </pc:sldLayoutChg>
        <pc:sldLayoutChg chg="add del mod replId">
          <pc:chgData name="Sadhana Sanivarapu" userId="0b47bcbc6733348d" providerId="Windows Live" clId="Web-{FB0B2C1E-58AF-485C-99B2-8186F9F95C99}" dt="2026-08-12T05:04:20.972" v="92"/>
          <pc:sldLayoutMkLst>
            <pc:docMk/>
            <pc:sldMasterMk cId="70747736" sldId="2147483776"/>
            <pc:sldLayoutMk cId="3420309854" sldId="2147483792"/>
          </pc:sldLayoutMkLst>
        </pc:sldLayoutChg>
        <pc:sldLayoutChg chg="add del mod replId">
          <pc:chgData name="Sadhana Sanivarapu" userId="0b47bcbc6733348d" providerId="Windows Live" clId="Web-{FB0B2C1E-58AF-485C-99B2-8186F9F95C99}" dt="2026-08-12T05:04:20.972" v="92"/>
          <pc:sldLayoutMkLst>
            <pc:docMk/>
            <pc:sldMasterMk cId="70747736" sldId="2147483776"/>
            <pc:sldLayoutMk cId="1173953285" sldId="2147483793"/>
          </pc:sldLayoutMkLst>
        </pc:sldLayoutChg>
        <pc:sldLayoutChg chg="add del mod replId">
          <pc:chgData name="Sadhana Sanivarapu" userId="0b47bcbc6733348d" providerId="Windows Live" clId="Web-{FB0B2C1E-58AF-485C-99B2-8186F9F95C99}" dt="2026-08-12T05:04:20.972" v="92"/>
          <pc:sldLayoutMkLst>
            <pc:docMk/>
            <pc:sldMasterMk cId="70747736" sldId="2147483776"/>
            <pc:sldLayoutMk cId="4147522745" sldId="2147483794"/>
          </pc:sldLayoutMkLst>
        </pc:sldLayoutChg>
        <pc:sldLayoutChg chg="add del mod replId">
          <pc:chgData name="Sadhana Sanivarapu" userId="0b47bcbc6733348d" providerId="Windows Live" clId="Web-{FB0B2C1E-58AF-485C-99B2-8186F9F95C99}" dt="2026-08-12T05:04:20.972" v="92"/>
          <pc:sldLayoutMkLst>
            <pc:docMk/>
            <pc:sldMasterMk cId="70747736" sldId="2147483776"/>
            <pc:sldLayoutMk cId="3349020994" sldId="2147483795"/>
          </pc:sldLayoutMkLst>
        </pc:sldLayoutChg>
        <pc:sldLayoutChg chg="add del mod replId">
          <pc:chgData name="Sadhana Sanivarapu" userId="0b47bcbc6733348d" providerId="Windows Live" clId="Web-{FB0B2C1E-58AF-485C-99B2-8186F9F95C99}" dt="2026-08-12T05:04:20.972" v="92"/>
          <pc:sldLayoutMkLst>
            <pc:docMk/>
            <pc:sldMasterMk cId="70747736" sldId="2147483776"/>
            <pc:sldLayoutMk cId="682082446" sldId="2147483796"/>
          </pc:sldLayoutMkLst>
        </pc:sldLayoutChg>
        <pc:sldLayoutChg chg="add del mod replId">
          <pc:chgData name="Sadhana Sanivarapu" userId="0b47bcbc6733348d" providerId="Windows Live" clId="Web-{FB0B2C1E-58AF-485C-99B2-8186F9F95C99}" dt="2026-08-12T05:04:20.972" v="92"/>
          <pc:sldLayoutMkLst>
            <pc:docMk/>
            <pc:sldMasterMk cId="70747736" sldId="2147483776"/>
            <pc:sldLayoutMk cId="1779390353" sldId="2147483797"/>
          </pc:sldLayoutMkLst>
        </pc:sldLayoutChg>
        <pc:sldLayoutChg chg="add del mod replId">
          <pc:chgData name="Sadhana Sanivarapu" userId="0b47bcbc6733348d" providerId="Windows Live" clId="Web-{FB0B2C1E-58AF-485C-99B2-8186F9F95C99}" dt="2026-08-12T05:04:20.972" v="92"/>
          <pc:sldLayoutMkLst>
            <pc:docMk/>
            <pc:sldMasterMk cId="70747736" sldId="2147483776"/>
            <pc:sldLayoutMk cId="2261776116" sldId="2147483798"/>
          </pc:sldLayoutMkLst>
        </pc:sldLayoutChg>
        <pc:sldLayoutChg chg="add del mod replId">
          <pc:chgData name="Sadhana Sanivarapu" userId="0b47bcbc6733348d" providerId="Windows Live" clId="Web-{FB0B2C1E-58AF-485C-99B2-8186F9F95C99}" dt="2026-08-12T05:04:20.972" v="92"/>
          <pc:sldLayoutMkLst>
            <pc:docMk/>
            <pc:sldMasterMk cId="70747736" sldId="2147483776"/>
            <pc:sldLayoutMk cId="2772960206" sldId="2147483799"/>
          </pc:sldLayoutMkLst>
        </pc:sldLayoutChg>
        <pc:sldLayoutChg chg="add del mod replId">
          <pc:chgData name="Sadhana Sanivarapu" userId="0b47bcbc6733348d" providerId="Windows Live" clId="Web-{FB0B2C1E-58AF-485C-99B2-8186F9F95C99}" dt="2026-08-12T05:04:20.972" v="92"/>
          <pc:sldLayoutMkLst>
            <pc:docMk/>
            <pc:sldMasterMk cId="70747736" sldId="2147483776"/>
            <pc:sldLayoutMk cId="1929661807" sldId="2147483800"/>
          </pc:sldLayoutMkLst>
        </pc:sldLayoutChg>
        <pc:sldLayoutChg chg="add del mod replId">
          <pc:chgData name="Sadhana Sanivarapu" userId="0b47bcbc6733348d" providerId="Windows Live" clId="Web-{FB0B2C1E-58AF-485C-99B2-8186F9F95C99}" dt="2026-08-12T05:04:20.972" v="92"/>
          <pc:sldLayoutMkLst>
            <pc:docMk/>
            <pc:sldMasterMk cId="70747736" sldId="2147483776"/>
            <pc:sldLayoutMk cId="41758589" sldId="2147483801"/>
          </pc:sldLayoutMkLst>
        </pc:sldLayoutChg>
        <pc:sldLayoutChg chg="add del mod replId">
          <pc:chgData name="Sadhana Sanivarapu" userId="0b47bcbc6733348d" providerId="Windows Live" clId="Web-{FB0B2C1E-58AF-485C-99B2-8186F9F95C99}" dt="2026-08-12T05:04:20.972" v="92"/>
          <pc:sldLayoutMkLst>
            <pc:docMk/>
            <pc:sldMasterMk cId="70747736" sldId="2147483776"/>
            <pc:sldLayoutMk cId="417314518" sldId="2147483802"/>
          </pc:sldLayoutMkLst>
        </pc:sldLayoutChg>
        <pc:sldLayoutChg chg="add del mod replId">
          <pc:chgData name="Sadhana Sanivarapu" userId="0b47bcbc6733348d" providerId="Windows Live" clId="Web-{FB0B2C1E-58AF-485C-99B2-8186F9F95C99}" dt="2026-08-12T05:04:20.972" v="92"/>
          <pc:sldLayoutMkLst>
            <pc:docMk/>
            <pc:sldMasterMk cId="70747736" sldId="2147483776"/>
            <pc:sldLayoutMk cId="3912960785" sldId="2147483803"/>
          </pc:sldLayoutMkLst>
        </pc:sldLayoutChg>
        <pc:sldLayoutChg chg="add del mod replId">
          <pc:chgData name="Sadhana Sanivarapu" userId="0b47bcbc6733348d" providerId="Windows Live" clId="Web-{FB0B2C1E-58AF-485C-99B2-8186F9F95C99}" dt="2026-08-12T05:04:20.972" v="92"/>
          <pc:sldLayoutMkLst>
            <pc:docMk/>
            <pc:sldMasterMk cId="70747736" sldId="2147483776"/>
            <pc:sldLayoutMk cId="4224368260" sldId="2147483804"/>
          </pc:sldLayoutMkLst>
        </pc:sldLayoutChg>
      </pc:sldMasterChg>
      <pc:sldMasterChg chg="add addSldLayout modSldLayout">
        <pc:chgData name="Sadhana Sanivarapu" userId="0b47bcbc6733348d" providerId="Windows Live" clId="Web-{FB0B2C1E-58AF-485C-99B2-8186F9F95C99}" dt="2026-08-12T05:04:20.972" v="92"/>
        <pc:sldMasterMkLst>
          <pc:docMk/>
          <pc:sldMasterMk cId="530061875" sldId="2147483805"/>
        </pc:sldMasterMkLst>
        <pc:sldLayoutChg chg="add mod replId">
          <pc:chgData name="Sadhana Sanivarapu" userId="0b47bcbc6733348d" providerId="Windows Live" clId="Web-{FB0B2C1E-58AF-485C-99B2-8186F9F95C99}" dt="2026-08-12T05:04:20.972" v="92"/>
          <pc:sldLayoutMkLst>
            <pc:docMk/>
            <pc:sldMasterMk cId="530061875" sldId="2147483805"/>
            <pc:sldLayoutMk cId="2851153127" sldId="2147483806"/>
          </pc:sldLayoutMkLst>
        </pc:sldLayoutChg>
        <pc:sldLayoutChg chg="add mod replId">
          <pc:chgData name="Sadhana Sanivarapu" userId="0b47bcbc6733348d" providerId="Windows Live" clId="Web-{FB0B2C1E-58AF-485C-99B2-8186F9F95C99}" dt="2026-08-12T05:04:20.972" v="92"/>
          <pc:sldLayoutMkLst>
            <pc:docMk/>
            <pc:sldMasterMk cId="530061875" sldId="2147483805"/>
            <pc:sldLayoutMk cId="1167772976" sldId="2147483807"/>
          </pc:sldLayoutMkLst>
        </pc:sldLayoutChg>
        <pc:sldLayoutChg chg="add mod replId">
          <pc:chgData name="Sadhana Sanivarapu" userId="0b47bcbc6733348d" providerId="Windows Live" clId="Web-{FB0B2C1E-58AF-485C-99B2-8186F9F95C99}" dt="2026-08-12T05:04:20.972" v="92"/>
          <pc:sldLayoutMkLst>
            <pc:docMk/>
            <pc:sldMasterMk cId="530061875" sldId="2147483805"/>
            <pc:sldLayoutMk cId="1543671073" sldId="2147483808"/>
          </pc:sldLayoutMkLst>
        </pc:sldLayoutChg>
        <pc:sldLayoutChg chg="add mod replId">
          <pc:chgData name="Sadhana Sanivarapu" userId="0b47bcbc6733348d" providerId="Windows Live" clId="Web-{FB0B2C1E-58AF-485C-99B2-8186F9F95C99}" dt="2026-08-12T05:04:20.972" v="92"/>
          <pc:sldLayoutMkLst>
            <pc:docMk/>
            <pc:sldMasterMk cId="530061875" sldId="2147483805"/>
            <pc:sldLayoutMk cId="208871420" sldId="2147483809"/>
          </pc:sldLayoutMkLst>
        </pc:sldLayoutChg>
        <pc:sldLayoutChg chg="add mod replId">
          <pc:chgData name="Sadhana Sanivarapu" userId="0b47bcbc6733348d" providerId="Windows Live" clId="Web-{FB0B2C1E-58AF-485C-99B2-8186F9F95C99}" dt="2026-08-12T05:04:20.972" v="92"/>
          <pc:sldLayoutMkLst>
            <pc:docMk/>
            <pc:sldMasterMk cId="530061875" sldId="2147483805"/>
            <pc:sldLayoutMk cId="3549647671" sldId="2147483810"/>
          </pc:sldLayoutMkLst>
        </pc:sldLayoutChg>
        <pc:sldLayoutChg chg="add mod replId">
          <pc:chgData name="Sadhana Sanivarapu" userId="0b47bcbc6733348d" providerId="Windows Live" clId="Web-{FB0B2C1E-58AF-485C-99B2-8186F9F95C99}" dt="2026-08-12T05:04:20.972" v="92"/>
          <pc:sldLayoutMkLst>
            <pc:docMk/>
            <pc:sldMasterMk cId="530061875" sldId="2147483805"/>
            <pc:sldLayoutMk cId="441687732" sldId="2147483811"/>
          </pc:sldLayoutMkLst>
        </pc:sldLayoutChg>
        <pc:sldLayoutChg chg="add mod replId">
          <pc:chgData name="Sadhana Sanivarapu" userId="0b47bcbc6733348d" providerId="Windows Live" clId="Web-{FB0B2C1E-58AF-485C-99B2-8186F9F95C99}" dt="2026-08-12T05:04:20.972" v="92"/>
          <pc:sldLayoutMkLst>
            <pc:docMk/>
            <pc:sldMasterMk cId="530061875" sldId="2147483805"/>
            <pc:sldLayoutMk cId="3894154557" sldId="2147483812"/>
          </pc:sldLayoutMkLst>
        </pc:sldLayoutChg>
        <pc:sldLayoutChg chg="add mod replId">
          <pc:chgData name="Sadhana Sanivarapu" userId="0b47bcbc6733348d" providerId="Windows Live" clId="Web-{FB0B2C1E-58AF-485C-99B2-8186F9F95C99}" dt="2026-08-12T05:04:20.972" v="92"/>
          <pc:sldLayoutMkLst>
            <pc:docMk/>
            <pc:sldMasterMk cId="530061875" sldId="2147483805"/>
            <pc:sldLayoutMk cId="1270069020" sldId="2147483813"/>
          </pc:sldLayoutMkLst>
        </pc:sldLayoutChg>
        <pc:sldLayoutChg chg="add mod replId">
          <pc:chgData name="Sadhana Sanivarapu" userId="0b47bcbc6733348d" providerId="Windows Live" clId="Web-{FB0B2C1E-58AF-485C-99B2-8186F9F95C99}" dt="2026-08-12T05:04:20.972" v="92"/>
          <pc:sldLayoutMkLst>
            <pc:docMk/>
            <pc:sldMasterMk cId="530061875" sldId="2147483805"/>
            <pc:sldLayoutMk cId="1679593729" sldId="2147483814"/>
          </pc:sldLayoutMkLst>
        </pc:sldLayoutChg>
        <pc:sldLayoutChg chg="add mod replId">
          <pc:chgData name="Sadhana Sanivarapu" userId="0b47bcbc6733348d" providerId="Windows Live" clId="Web-{FB0B2C1E-58AF-485C-99B2-8186F9F95C99}" dt="2026-08-12T05:04:20.972" v="92"/>
          <pc:sldLayoutMkLst>
            <pc:docMk/>
            <pc:sldMasterMk cId="530061875" sldId="2147483805"/>
            <pc:sldLayoutMk cId="1760976674" sldId="2147483815"/>
          </pc:sldLayoutMkLst>
        </pc:sldLayoutChg>
        <pc:sldLayoutChg chg="add mod replId">
          <pc:chgData name="Sadhana Sanivarapu" userId="0b47bcbc6733348d" providerId="Windows Live" clId="Web-{FB0B2C1E-58AF-485C-99B2-8186F9F95C99}" dt="2026-08-12T05:04:20.972" v="92"/>
          <pc:sldLayoutMkLst>
            <pc:docMk/>
            <pc:sldMasterMk cId="530061875" sldId="2147483805"/>
            <pc:sldLayoutMk cId="3876585650" sldId="2147483816"/>
          </pc:sldLayoutMkLst>
        </pc:sldLayoutChg>
        <pc:sldLayoutChg chg="add mod replId">
          <pc:chgData name="Sadhana Sanivarapu" userId="0b47bcbc6733348d" providerId="Windows Live" clId="Web-{FB0B2C1E-58AF-485C-99B2-8186F9F95C99}" dt="2026-08-12T05:04:20.972" v="92"/>
          <pc:sldLayoutMkLst>
            <pc:docMk/>
            <pc:sldMasterMk cId="530061875" sldId="2147483805"/>
            <pc:sldLayoutMk cId="3792097944" sldId="2147483817"/>
          </pc:sldLayoutMkLst>
        </pc:sldLayoutChg>
        <pc:sldLayoutChg chg="add mod replId">
          <pc:chgData name="Sadhana Sanivarapu" userId="0b47bcbc6733348d" providerId="Windows Live" clId="Web-{FB0B2C1E-58AF-485C-99B2-8186F9F95C99}" dt="2026-08-12T05:04:20.972" v="92"/>
          <pc:sldLayoutMkLst>
            <pc:docMk/>
            <pc:sldMasterMk cId="530061875" sldId="2147483805"/>
            <pc:sldLayoutMk cId="699825144" sldId="2147483818"/>
          </pc:sldLayoutMkLst>
        </pc:sldLayoutChg>
        <pc:sldLayoutChg chg="add mod replId">
          <pc:chgData name="Sadhana Sanivarapu" userId="0b47bcbc6733348d" providerId="Windows Live" clId="Web-{FB0B2C1E-58AF-485C-99B2-8186F9F95C99}" dt="2026-08-12T05:04:20.972" v="92"/>
          <pc:sldLayoutMkLst>
            <pc:docMk/>
            <pc:sldMasterMk cId="530061875" sldId="2147483805"/>
            <pc:sldLayoutMk cId="3797481023" sldId="2147483819"/>
          </pc:sldLayoutMkLst>
        </pc:sldLayoutChg>
        <pc:sldLayoutChg chg="add mod replId">
          <pc:chgData name="Sadhana Sanivarapu" userId="0b47bcbc6733348d" providerId="Windows Live" clId="Web-{FB0B2C1E-58AF-485C-99B2-8186F9F95C99}" dt="2026-08-12T05:04:20.972" v="92"/>
          <pc:sldLayoutMkLst>
            <pc:docMk/>
            <pc:sldMasterMk cId="530061875" sldId="2147483805"/>
            <pc:sldLayoutMk cId="509131594" sldId="2147483820"/>
          </pc:sldLayoutMkLst>
        </pc:sldLayoutChg>
        <pc:sldLayoutChg chg="add mod replId">
          <pc:chgData name="Sadhana Sanivarapu" userId="0b47bcbc6733348d" providerId="Windows Live" clId="Web-{FB0B2C1E-58AF-485C-99B2-8186F9F95C99}" dt="2026-08-12T05:04:20.972" v="92"/>
          <pc:sldLayoutMkLst>
            <pc:docMk/>
            <pc:sldMasterMk cId="530061875" sldId="2147483805"/>
            <pc:sldLayoutMk cId="603713251" sldId="2147483821"/>
          </pc:sldLayoutMkLst>
        </pc:sldLayoutChg>
        <pc:sldLayoutChg chg="add mod replId">
          <pc:chgData name="Sadhana Sanivarapu" userId="0b47bcbc6733348d" providerId="Windows Live" clId="Web-{FB0B2C1E-58AF-485C-99B2-8186F9F95C99}" dt="2026-08-12T05:04:20.972" v="92"/>
          <pc:sldLayoutMkLst>
            <pc:docMk/>
            <pc:sldMasterMk cId="530061875" sldId="2147483805"/>
            <pc:sldLayoutMk cId="178823590" sldId="2147483822"/>
          </pc:sldLayoutMkLst>
        </pc:sldLayoutChg>
        <pc:sldLayoutChg chg="add mod replId">
          <pc:chgData name="Sadhana Sanivarapu" userId="0b47bcbc6733348d" providerId="Windows Live" clId="Web-{FB0B2C1E-58AF-485C-99B2-8186F9F95C99}" dt="2026-08-12T05:04:20.972" v="92"/>
          <pc:sldLayoutMkLst>
            <pc:docMk/>
            <pc:sldMasterMk cId="530061875" sldId="2147483805"/>
            <pc:sldLayoutMk cId="2645976085" sldId="2147483823"/>
          </pc:sldLayoutMkLst>
        </pc:sldLayoutChg>
        <pc:sldLayoutChg chg="add mod replId">
          <pc:chgData name="Sadhana Sanivarapu" userId="0b47bcbc6733348d" providerId="Windows Live" clId="Web-{FB0B2C1E-58AF-485C-99B2-8186F9F95C99}" dt="2026-08-12T05:04:20.972" v="92"/>
          <pc:sldLayoutMkLst>
            <pc:docMk/>
            <pc:sldMasterMk cId="530061875" sldId="2147483805"/>
            <pc:sldLayoutMk cId="2514445720" sldId="2147483824"/>
          </pc:sldLayoutMkLst>
        </pc:sldLayoutChg>
        <pc:sldLayoutChg chg="add mod replId">
          <pc:chgData name="Sadhana Sanivarapu" userId="0b47bcbc6733348d" providerId="Windows Live" clId="Web-{FB0B2C1E-58AF-485C-99B2-8186F9F95C99}" dt="2026-08-12T05:04:20.972" v="92"/>
          <pc:sldLayoutMkLst>
            <pc:docMk/>
            <pc:sldMasterMk cId="530061875" sldId="2147483805"/>
            <pc:sldLayoutMk cId="3555574949" sldId="2147483825"/>
          </pc:sldLayoutMkLst>
        </pc:sldLayoutChg>
        <pc:sldLayoutChg chg="add mod replId">
          <pc:chgData name="Sadhana Sanivarapu" userId="0b47bcbc6733348d" providerId="Windows Live" clId="Web-{FB0B2C1E-58AF-485C-99B2-8186F9F95C99}" dt="2026-08-12T05:04:20.972" v="92"/>
          <pc:sldLayoutMkLst>
            <pc:docMk/>
            <pc:sldMasterMk cId="530061875" sldId="2147483805"/>
            <pc:sldLayoutMk cId="3226429425" sldId="2147483826"/>
          </pc:sldLayoutMkLst>
        </pc:sldLayoutChg>
        <pc:sldLayoutChg chg="add mod replId">
          <pc:chgData name="Sadhana Sanivarapu" userId="0b47bcbc6733348d" providerId="Windows Live" clId="Web-{FB0B2C1E-58AF-485C-99B2-8186F9F95C99}" dt="2026-08-12T05:04:20.972" v="92"/>
          <pc:sldLayoutMkLst>
            <pc:docMk/>
            <pc:sldMasterMk cId="530061875" sldId="2147483805"/>
            <pc:sldLayoutMk cId="940001911" sldId="2147483827"/>
          </pc:sldLayoutMkLst>
        </pc:sldLayoutChg>
        <pc:sldLayoutChg chg="add mod replId">
          <pc:chgData name="Sadhana Sanivarapu" userId="0b47bcbc6733348d" providerId="Windows Live" clId="Web-{FB0B2C1E-58AF-485C-99B2-8186F9F95C99}" dt="2026-08-12T05:04:20.972" v="92"/>
          <pc:sldLayoutMkLst>
            <pc:docMk/>
            <pc:sldMasterMk cId="530061875" sldId="2147483805"/>
            <pc:sldLayoutMk cId="1734497910" sldId="2147483828"/>
          </pc:sldLayoutMkLst>
        </pc:sldLayoutChg>
        <pc:sldLayoutChg chg="add mod replId">
          <pc:chgData name="Sadhana Sanivarapu" userId="0b47bcbc6733348d" providerId="Windows Live" clId="Web-{FB0B2C1E-58AF-485C-99B2-8186F9F95C99}" dt="2026-08-12T05:04:20.972" v="92"/>
          <pc:sldLayoutMkLst>
            <pc:docMk/>
            <pc:sldMasterMk cId="530061875" sldId="2147483805"/>
            <pc:sldLayoutMk cId="155776107" sldId="2147483829"/>
          </pc:sldLayoutMkLst>
        </pc:sldLayoutChg>
        <pc:sldLayoutChg chg="add mod replId">
          <pc:chgData name="Sadhana Sanivarapu" userId="0b47bcbc6733348d" providerId="Windows Live" clId="Web-{FB0B2C1E-58AF-485C-99B2-8186F9F95C99}" dt="2026-08-12T05:04:20.972" v="92"/>
          <pc:sldLayoutMkLst>
            <pc:docMk/>
            <pc:sldMasterMk cId="530061875" sldId="2147483805"/>
            <pc:sldLayoutMk cId="3428142149" sldId="2147483830"/>
          </pc:sldLayoutMkLst>
        </pc:sldLayoutChg>
        <pc:sldLayoutChg chg="add mod replId">
          <pc:chgData name="Sadhana Sanivarapu" userId="0b47bcbc6733348d" providerId="Windows Live" clId="Web-{FB0B2C1E-58AF-485C-99B2-8186F9F95C99}" dt="2026-08-12T05:04:20.972" v="92"/>
          <pc:sldLayoutMkLst>
            <pc:docMk/>
            <pc:sldMasterMk cId="530061875" sldId="2147483805"/>
            <pc:sldLayoutMk cId="1476234514" sldId="2147483831"/>
          </pc:sldLayoutMkLst>
        </pc:sldLayoutChg>
        <pc:sldLayoutChg chg="add mod replId">
          <pc:chgData name="Sadhana Sanivarapu" userId="0b47bcbc6733348d" providerId="Windows Live" clId="Web-{FB0B2C1E-58AF-485C-99B2-8186F9F95C99}" dt="2026-08-12T05:04:20.972" v="92"/>
          <pc:sldLayoutMkLst>
            <pc:docMk/>
            <pc:sldMasterMk cId="530061875" sldId="2147483805"/>
            <pc:sldLayoutMk cId="1142779727" sldId="2147483832"/>
          </pc:sldLayoutMkLst>
        </pc:sldLayoutChg>
        <pc:sldLayoutChg chg="add mod replId">
          <pc:chgData name="Sadhana Sanivarapu" userId="0b47bcbc6733348d" providerId="Windows Live" clId="Web-{FB0B2C1E-58AF-485C-99B2-8186F9F95C99}" dt="2026-08-12T05:04:20.972" v="92"/>
          <pc:sldLayoutMkLst>
            <pc:docMk/>
            <pc:sldMasterMk cId="530061875" sldId="2147483805"/>
            <pc:sldLayoutMk cId="1616110449" sldId="2147483833"/>
          </pc:sldLayoutMkLst>
        </pc:sldLayoutChg>
      </pc:sldMasterChg>
    </pc:docChg>
  </pc:docChgLst>
  <pc:docChgLst>
    <pc:chgData name="Sadhana Sanivarapu" userId="0b47bcbc6733348d" providerId="Windows Live" clId="Web-{AB263375-AB32-4A82-80A5-96F6461A812E}"/>
    <pc:docChg chg="delSld modSld">
      <pc:chgData name="Sadhana Sanivarapu" userId="0b47bcbc6733348d" providerId="Windows Live" clId="Web-{AB263375-AB32-4A82-80A5-96F6461A812E}" dt="2026-08-07T05:05:51.162" v="292" actId="20577"/>
      <pc:docMkLst>
        <pc:docMk/>
      </pc:docMkLst>
      <pc:sldChg chg="addSp delSp modSp">
        <pc:chgData name="Sadhana Sanivarapu" userId="0b47bcbc6733348d" providerId="Windows Live" clId="Web-{AB263375-AB32-4A82-80A5-96F6461A812E}" dt="2026-08-07T05:05:51.162" v="292" actId="20577"/>
        <pc:sldMkLst>
          <pc:docMk/>
          <pc:sldMk cId="0" sldId="256"/>
        </pc:sldMkLst>
        <pc:spChg chg="add mod">
          <ac:chgData name="Sadhana Sanivarapu" userId="0b47bcbc6733348d" providerId="Windows Live" clId="Web-{AB263375-AB32-4A82-80A5-96F6461A812E}" dt="2026-08-07T05:05:51.162" v="292" actId="20577"/>
          <ac:spMkLst>
            <pc:docMk/>
            <pc:sldMk cId="0" sldId="256"/>
            <ac:spMk id="11" creationId="{BB8E8E66-3F1A-363C-19B5-70C84CEABAD8}"/>
          </ac:spMkLst>
        </pc:spChg>
        <pc:picChg chg="add mod ord">
          <ac:chgData name="Sadhana Sanivarapu" userId="0b47bcbc6733348d" providerId="Windows Live" clId="Web-{AB263375-AB32-4A82-80A5-96F6461A812E}" dt="2026-08-07T04:24:13.871" v="50" actId="14100"/>
          <ac:picMkLst>
            <pc:docMk/>
            <pc:sldMk cId="0" sldId="256"/>
            <ac:picMk id="10" creationId="{2B0F19F2-DAAE-8DDB-8614-10660BBB9451}"/>
          </ac:picMkLst>
        </pc:picChg>
      </pc:sldChg>
      <pc:sldChg chg="addSp delSp modSp">
        <pc:chgData name="Sadhana Sanivarapu" userId="0b47bcbc6733348d" providerId="Windows Live" clId="Web-{AB263375-AB32-4A82-80A5-96F6461A812E}" dt="2026-08-07T05:03:13.114" v="284" actId="20577"/>
        <pc:sldMkLst>
          <pc:docMk/>
          <pc:sldMk cId="0" sldId="257"/>
        </pc:sldMkLst>
        <pc:spChg chg="add mod">
          <ac:chgData name="Sadhana Sanivarapu" userId="0b47bcbc6733348d" providerId="Windows Live" clId="Web-{AB263375-AB32-4A82-80A5-96F6461A812E}" dt="2026-08-07T05:03:13.114" v="284" actId="20577"/>
          <ac:spMkLst>
            <pc:docMk/>
            <pc:sldMk cId="0" sldId="257"/>
            <ac:spMk id="6" creationId="{D4B58C8E-26E5-1DFE-BC43-FEA0260F7C94}"/>
          </ac:spMkLst>
        </pc:spChg>
      </pc:sldChg>
      <pc:sldChg chg="modSp">
        <pc:chgData name="Sadhana Sanivarapu" userId="0b47bcbc6733348d" providerId="Windows Live" clId="Web-{AB263375-AB32-4A82-80A5-96F6461A812E}" dt="2026-08-07T05:02:03.473" v="271" actId="20577"/>
        <pc:sldMkLst>
          <pc:docMk/>
          <pc:sldMk cId="0" sldId="258"/>
        </pc:sldMkLst>
        <pc:spChg chg="mod">
          <ac:chgData name="Sadhana Sanivarapu" userId="0b47bcbc6733348d" providerId="Windows Live" clId="Web-{AB263375-AB32-4A82-80A5-96F6461A812E}" dt="2026-08-07T05:02:03.473" v="271" actId="20577"/>
          <ac:spMkLst>
            <pc:docMk/>
            <pc:sldMk cId="0" sldId="258"/>
            <ac:spMk id="3" creationId="{00000000-0000-0000-0000-000000000000}"/>
          </ac:spMkLst>
        </pc:spChg>
      </pc:sldChg>
      <pc:sldChg chg="modSp">
        <pc:chgData name="Sadhana Sanivarapu" userId="0b47bcbc6733348d" providerId="Windows Live" clId="Web-{AB263375-AB32-4A82-80A5-96F6461A812E}" dt="2026-08-07T04:46:41.651" v="107" actId="20577"/>
        <pc:sldMkLst>
          <pc:docMk/>
          <pc:sldMk cId="0" sldId="259"/>
        </pc:sldMkLst>
        <pc:spChg chg="mod">
          <ac:chgData name="Sadhana Sanivarapu" userId="0b47bcbc6733348d" providerId="Windows Live" clId="Web-{AB263375-AB32-4A82-80A5-96F6461A812E}" dt="2026-08-07T04:46:41.651" v="107" actId="20577"/>
          <ac:spMkLst>
            <pc:docMk/>
            <pc:sldMk cId="0" sldId="259"/>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FA43F5B-065E-43CE-B3FD-98C48A6F94D7}" type="datetimeFigureOut">
              <a:rPr lang="en-US" smtClean="0"/>
              <a:pPr/>
              <a:t>8/17/2026</a:t>
            </a:fld>
            <a:endParaRPr lang="en-US" dirty="0"/>
          </a:p>
        </p:txBody>
      </p:sp>
      <p:sp>
        <p:nvSpPr>
          <p:cNvPr id="5" name="Footer Placeholder 4"/>
          <p:cNvSpPr>
            <a:spLocks noGrp="1"/>
          </p:cNvSpPr>
          <p:nvPr>
            <p:ph type="ftr" sz="quarter" idx="11"/>
          </p:nvPr>
        </p:nvSpPr>
        <p:spPr/>
        <p:txBody>
          <a:bodyPr/>
          <a:lstStyle/>
          <a:p>
            <a:r>
              <a:rPr lang="en-US" smtClean="0"/>
              <a:t>
              </a:t>
            </a:r>
            <a:endParaRPr lang="en-US" dirty="0"/>
          </a:p>
        </p:txBody>
      </p:sp>
      <p:sp>
        <p:nvSpPr>
          <p:cNvPr id="6" name="Slide Number Placeholder 5"/>
          <p:cNvSpPr>
            <a:spLocks noGrp="1"/>
          </p:cNvSpPr>
          <p:nvPr>
            <p:ph type="sldNum" sz="quarter" idx="12"/>
          </p:nvPr>
        </p:nvSpPr>
        <p:spPr/>
        <p:txBody>
          <a:bodyPr/>
          <a:lstStyle/>
          <a:p>
            <a:fld id="{2DE90F28-AFBB-4AB2-AA79-6D3F72ED131B}" type="slidenum">
              <a:rPr lang="en-US" smtClean="0"/>
              <a:pPr/>
              <a:t>‹#›</a:t>
            </a:fld>
            <a:endParaRPr lang="en-US" dirty="0"/>
          </a:p>
        </p:txBody>
      </p:sp>
    </p:spTree>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pPr/>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FA43F5B-065E-43CE-B3FD-98C48A6F94D7}" type="datetimeFigureOut">
              <a:rPr lang="en-US" smtClean="0"/>
              <a:pPr/>
              <a:t>8/17/2026</a:t>
            </a:fld>
            <a:endParaRPr lang="en-US" dirty="0"/>
          </a:p>
        </p:txBody>
      </p:sp>
      <p:sp>
        <p:nvSpPr>
          <p:cNvPr id="5" name="Footer Placeholder 4"/>
          <p:cNvSpPr>
            <a:spLocks noGrp="1"/>
          </p:cNvSpPr>
          <p:nvPr>
            <p:ph type="ftr" sz="quarter" idx="11"/>
          </p:nvPr>
        </p:nvSpPr>
        <p:spPr/>
        <p:txBody>
          <a:bodyPr/>
          <a:lstStyle/>
          <a:p>
            <a:r>
              <a:rPr lang="en-US" smtClean="0"/>
              <a:t>
              </a:t>
            </a:r>
            <a:endParaRPr lang="en-US" dirty="0"/>
          </a:p>
        </p:txBody>
      </p:sp>
      <p:sp>
        <p:nvSpPr>
          <p:cNvPr id="6" name="Slide Number Placeholder 5"/>
          <p:cNvSpPr>
            <a:spLocks noGrp="1"/>
          </p:cNvSpPr>
          <p:nvPr>
            <p:ph type="sldNum" sz="quarter" idx="12"/>
          </p:nvPr>
        </p:nvSpPr>
        <p:spPr/>
        <p:txBody>
          <a:bodyPr/>
          <a:lstStyle/>
          <a:p>
            <a:fld id="{2DE90F28-AFBB-4AB2-AA79-6D3F72ED131B}" type="slidenum">
              <a:rPr lang="en-US" smtClean="0"/>
              <a:pPr/>
              <a:t>‹#›</a:t>
            </a:fld>
            <a:endParaRPr lang="en-US" dirty="0"/>
          </a:p>
        </p:txBody>
      </p:sp>
    </p:spTree>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E765B10-D26A-480A-9509-A9831C5E60D8}" type="datetimeFigureOut">
              <a:rPr lang="en-US" smtClean="0"/>
              <a:pPr/>
              <a:t>8/17/2026</a:t>
            </a:fld>
            <a:endParaRPr lang="en-US" dirty="0"/>
          </a:p>
        </p:txBody>
      </p:sp>
      <p:sp>
        <p:nvSpPr>
          <p:cNvPr id="6" name="Footer Placeholder 5"/>
          <p:cNvSpPr>
            <a:spLocks noGrp="1"/>
          </p:cNvSpPr>
          <p:nvPr>
            <p:ph type="ftr" sz="quarter" idx="11"/>
          </p:nvPr>
        </p:nvSpPr>
        <p:spPr/>
        <p:txBody>
          <a:bodyPr/>
          <a:lstStyle/>
          <a:p>
            <a:r>
              <a:rPr lang="en-US" smtClean="0"/>
              <a:t>
              </a:t>
            </a:r>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CB42A-67CE-499B-A4FA-7D4E4469B142}" type="datetimeFigureOut">
              <a:rPr lang="en-US" smtClean="0"/>
              <a:pPr/>
              <a:t>8/17/2026</a:t>
            </a:fld>
            <a:endParaRPr lang="en-US" dirty="0"/>
          </a:p>
        </p:txBody>
      </p:sp>
      <p:sp>
        <p:nvSpPr>
          <p:cNvPr id="8" name="Footer Placeholder 7"/>
          <p:cNvSpPr>
            <a:spLocks noGrp="1"/>
          </p:cNvSpPr>
          <p:nvPr>
            <p:ph type="ftr" sz="quarter" idx="11"/>
          </p:nvPr>
        </p:nvSpPr>
        <p:spPr/>
        <p:txBody>
          <a:bodyPr/>
          <a:lstStyle/>
          <a:p>
            <a:r>
              <a:rPr lang="en-US" smtClean="0"/>
              <a:t>
              </a:t>
            </a:r>
            <a:endParaRPr lang="en-US" dirty="0"/>
          </a:p>
        </p:txBody>
      </p:sp>
      <p:sp>
        <p:nvSpPr>
          <p:cNvPr id="9" name="Slide Number Placeholder 8"/>
          <p:cNvSpPr>
            <a:spLocks noGrp="1"/>
          </p:cNvSpPr>
          <p:nvPr>
            <p:ph type="sldNum" sz="quarter" idx="12"/>
          </p:nvPr>
        </p:nvSpPr>
        <p:spPr/>
        <p:txBody>
          <a:bodyPr/>
          <a:lstStyle/>
          <a:p>
            <a:fld id="{CC057153-B650-4DEB-B370-79DDCFDCE934}"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FA43F5B-065E-43CE-B3FD-98C48A6F94D7}" type="datetimeFigureOut">
              <a:rPr lang="en-US" smtClean="0"/>
              <a:pPr/>
              <a:t>8/17/2026</a:t>
            </a:fld>
            <a:endParaRPr lang="en-US" dirty="0"/>
          </a:p>
        </p:txBody>
      </p:sp>
      <p:sp>
        <p:nvSpPr>
          <p:cNvPr id="4" name="Footer Placeholder 3"/>
          <p:cNvSpPr>
            <a:spLocks noGrp="1"/>
          </p:cNvSpPr>
          <p:nvPr>
            <p:ph type="ftr" sz="quarter" idx="11"/>
          </p:nvPr>
        </p:nvSpPr>
        <p:spPr/>
        <p:txBody>
          <a:bodyPr/>
          <a:lstStyle/>
          <a:p>
            <a:r>
              <a:rPr lang="en-US" smtClean="0"/>
              <a:t>
              </a:t>
            </a:r>
            <a:endParaRPr lang="en-US" dirty="0"/>
          </a:p>
        </p:txBody>
      </p:sp>
      <p:sp>
        <p:nvSpPr>
          <p:cNvPr id="5" name="Slide Number Placeholder 4"/>
          <p:cNvSpPr>
            <a:spLocks noGrp="1"/>
          </p:cNvSpPr>
          <p:nvPr>
            <p:ph type="sldNum" sz="quarter" idx="12"/>
          </p:nvPr>
        </p:nvSpPr>
        <p:spPr/>
        <p:txBody>
          <a:bodyPr/>
          <a:lstStyle/>
          <a:p>
            <a:fld id="{2DE90F28-AFBB-4AB2-AA79-6D3F72ED131B}" type="slidenum">
              <a:rPr lang="en-US" smtClean="0"/>
              <a:pPr/>
              <a:t>‹#›</a:t>
            </a:fld>
            <a:endParaRPr lang="en-US" dirty="0"/>
          </a:p>
        </p:txBody>
      </p:sp>
    </p:spTree>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FA43F5B-065E-43CE-B3FD-98C48A6F94D7}" type="datetimeFigureOut">
              <a:rPr lang="en-US" smtClean="0"/>
              <a:pPr/>
              <a:t>8/17/2026</a:t>
            </a:fld>
            <a:endParaRPr lang="en-US" dirty="0"/>
          </a:p>
        </p:txBody>
      </p:sp>
      <p:sp>
        <p:nvSpPr>
          <p:cNvPr id="3" name="Footer Placeholder 2"/>
          <p:cNvSpPr>
            <a:spLocks noGrp="1"/>
          </p:cNvSpPr>
          <p:nvPr>
            <p:ph type="ftr" sz="quarter" idx="11"/>
          </p:nvPr>
        </p:nvSpPr>
        <p:spPr/>
        <p:txBody>
          <a:bodyPr/>
          <a:lstStyle/>
          <a:p>
            <a:r>
              <a:rPr lang="en-US" smtClean="0"/>
              <a:t>
              </a:t>
            </a:r>
            <a:endParaRPr lang="en-US" dirty="0"/>
          </a:p>
        </p:txBody>
      </p:sp>
      <p:sp>
        <p:nvSpPr>
          <p:cNvPr id="4" name="Slide Number Placeholder 3"/>
          <p:cNvSpPr>
            <a:spLocks noGrp="1"/>
          </p:cNvSpPr>
          <p:nvPr>
            <p:ph type="sldNum" sz="quarter" idx="12"/>
          </p:nvPr>
        </p:nvSpPr>
        <p:spPr/>
        <p:txBody>
          <a:bodyPr/>
          <a:lstStyle/>
          <a:p>
            <a:fld id="{2DE90F28-AFBB-4AB2-AA79-6D3F72ED131B}" type="slidenum">
              <a:rPr lang="en-US" smtClean="0"/>
              <a:pPr/>
              <a:t>‹#›</a:t>
            </a:fld>
            <a:endParaRPr lang="en-US" dirty="0"/>
          </a:p>
        </p:txBody>
      </p:sp>
    </p:spTree>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FA43F5B-065E-43CE-B3FD-98C48A6F94D7}" type="datetimeFigureOut">
              <a:rPr lang="en-US" smtClean="0"/>
              <a:pPr/>
              <a:t>8/17/2026</a:t>
            </a:fld>
            <a:endParaRPr lang="en-US" dirty="0"/>
          </a:p>
        </p:txBody>
      </p:sp>
      <p:sp>
        <p:nvSpPr>
          <p:cNvPr id="6" name="Footer Placeholder 5"/>
          <p:cNvSpPr>
            <a:spLocks noGrp="1"/>
          </p:cNvSpPr>
          <p:nvPr>
            <p:ph type="ftr" sz="quarter" idx="11"/>
          </p:nvPr>
        </p:nvSpPr>
        <p:spPr/>
        <p:txBody>
          <a:bodyPr/>
          <a:lstStyle/>
          <a:p>
            <a:r>
              <a:rPr lang="en-US" smtClean="0"/>
              <a:t>
              </a:t>
            </a:r>
            <a:endParaRPr lang="en-US" dirty="0"/>
          </a:p>
        </p:txBody>
      </p:sp>
      <p:sp>
        <p:nvSpPr>
          <p:cNvPr id="7" name="Slide Number Placeholder 6"/>
          <p:cNvSpPr>
            <a:spLocks noGrp="1"/>
          </p:cNvSpPr>
          <p:nvPr>
            <p:ph type="sldNum" sz="quarter" idx="12"/>
          </p:nvPr>
        </p:nvSpPr>
        <p:spPr/>
        <p:txBody>
          <a:bodyPr/>
          <a:lstStyle/>
          <a:p>
            <a:fld id="{2DE90F28-AFBB-4AB2-AA79-6D3F72ED131B}" type="slidenum">
              <a:rPr lang="en-US" smtClean="0"/>
              <a:pPr/>
              <a:t>‹#›</a:t>
            </a:fld>
            <a:endParaRPr lang="en-US" dirty="0"/>
          </a:p>
        </p:txBody>
      </p:sp>
    </p:spTree>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FA43F5B-065E-43CE-B3FD-98C48A6F94D7}" type="datetimeFigureOut">
              <a:rPr lang="en-US" smtClean="0"/>
              <a:pPr/>
              <a:t>8/17/2026</a:t>
            </a:fld>
            <a:endParaRPr lang="en-US" dirty="0"/>
          </a:p>
        </p:txBody>
      </p:sp>
      <p:sp>
        <p:nvSpPr>
          <p:cNvPr id="6" name="Footer Placeholder 5"/>
          <p:cNvSpPr>
            <a:spLocks noGrp="1"/>
          </p:cNvSpPr>
          <p:nvPr>
            <p:ph type="ftr" sz="quarter" idx="11"/>
          </p:nvPr>
        </p:nvSpPr>
        <p:spPr/>
        <p:txBody>
          <a:bodyPr/>
          <a:lstStyle/>
          <a:p>
            <a:r>
              <a:rPr lang="en-US" smtClean="0"/>
              <a:t>
              </a:t>
            </a:r>
            <a:endParaRPr lang="en-US" dirty="0"/>
          </a:p>
        </p:txBody>
      </p:sp>
      <p:sp>
        <p:nvSpPr>
          <p:cNvPr id="7" name="Slide Number Placeholder 6"/>
          <p:cNvSpPr>
            <a:spLocks noGrp="1"/>
          </p:cNvSpPr>
          <p:nvPr>
            <p:ph type="sldNum" sz="quarter" idx="12"/>
          </p:nvPr>
        </p:nvSpPr>
        <p:spPr/>
        <p:txBody>
          <a:bodyPr/>
          <a:lstStyle/>
          <a:p>
            <a:fld id="{2DE90F28-AFBB-4AB2-AA79-6D3F72ED131B}" type="slidenum">
              <a:rPr lang="en-US" smtClean="0"/>
              <a:pPr/>
              <a:t>‹#›</a:t>
            </a:fld>
            <a:endParaRPr lang="en-US" dirty="0"/>
          </a:p>
        </p:txBody>
      </p:sp>
    </p:spTree>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FA43F5B-065E-43CE-B3FD-98C48A6F94D7}" type="datetimeFigureOut">
              <a:rPr lang="en-US" smtClean="0"/>
              <a:pPr/>
              <a:t>8/17/2026</a:t>
            </a:fld>
            <a:endParaRPr lang="en-US" dirty="0"/>
          </a:p>
        </p:txBody>
      </p:sp>
      <p:sp>
        <p:nvSpPr>
          <p:cNvPr id="5" name="Footer Placeholder 4"/>
          <p:cNvSpPr>
            <a:spLocks noGrp="1"/>
          </p:cNvSpPr>
          <p:nvPr>
            <p:ph type="ftr" sz="quarter" idx="11"/>
          </p:nvPr>
        </p:nvSpPr>
        <p:spPr/>
        <p:txBody>
          <a:bodyPr/>
          <a:lstStyle/>
          <a:p>
            <a:r>
              <a:rPr lang="en-US" smtClean="0"/>
              <a:t>
              </a:t>
            </a:r>
            <a:endParaRPr lang="en-US" dirty="0"/>
          </a:p>
        </p:txBody>
      </p:sp>
      <p:sp>
        <p:nvSpPr>
          <p:cNvPr id="6" name="Slide Number Placeholder 5"/>
          <p:cNvSpPr>
            <a:spLocks noGrp="1"/>
          </p:cNvSpPr>
          <p:nvPr>
            <p:ph type="sldNum" sz="quarter" idx="12"/>
          </p:nvPr>
        </p:nvSpPr>
        <p:spPr/>
        <p:txBody>
          <a:bodyPr/>
          <a:lstStyle/>
          <a:p>
            <a:fld id="{2DE90F28-AFBB-4AB2-AA79-6D3F72ED131B}" type="slidenum">
              <a:rPr lang="en-US" smtClean="0"/>
              <a:pPr/>
              <a:t>‹#›</a:t>
            </a:fld>
            <a:endParaRPr lang="en-US" dirty="0"/>
          </a:p>
        </p:txBody>
      </p:sp>
    </p:spTree>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FA43F5B-065E-43CE-B3FD-98C48A6F94D7}" type="datetimeFigureOut">
              <a:rPr lang="en-US" smtClean="0"/>
              <a:pPr/>
              <a:t>8/17/2026</a:t>
            </a:fld>
            <a:endParaRPr lang="en-US" dirty="0"/>
          </a:p>
        </p:txBody>
      </p:sp>
      <p:sp>
        <p:nvSpPr>
          <p:cNvPr id="5" name="Footer Placeholder 4"/>
          <p:cNvSpPr>
            <a:spLocks noGrp="1"/>
          </p:cNvSpPr>
          <p:nvPr>
            <p:ph type="ftr" sz="quarter" idx="11"/>
          </p:nvPr>
        </p:nvSpPr>
        <p:spPr/>
        <p:txBody>
          <a:bodyPr/>
          <a:lstStyle/>
          <a:p>
            <a:r>
              <a:rPr lang="en-US" smtClean="0"/>
              <a:t>
              </a:t>
            </a:r>
            <a:endParaRPr lang="en-US" dirty="0"/>
          </a:p>
        </p:txBody>
      </p:sp>
      <p:sp>
        <p:nvSpPr>
          <p:cNvPr id="6" name="Slide Number Placeholder 5"/>
          <p:cNvSpPr>
            <a:spLocks noGrp="1"/>
          </p:cNvSpPr>
          <p:nvPr>
            <p:ph type="sldNum" sz="quarter" idx="12"/>
          </p:nvPr>
        </p:nvSpPr>
        <p:spPr/>
        <p:txBody>
          <a:bodyPr/>
          <a:lstStyle/>
          <a:p>
            <a:fld id="{2DE90F28-AFBB-4AB2-AA79-6D3F72ED131B}" type="slidenum">
              <a:rPr lang="en-US" smtClean="0"/>
              <a:pPr/>
              <a:t>‹#›</a:t>
            </a:fld>
            <a:endParaRPr lang="en-US" dirty="0"/>
          </a:p>
        </p:txBody>
      </p:sp>
    </p:spTree>
  </p:cSld>
  <p:clrMapOvr>
    <a:masterClrMapping/>
  </p:clrMapOvr>
  <p:hf hd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A43F5B-065E-43CE-B3FD-98C48A6F94D7}" type="datetimeFigureOut">
              <a:rPr lang="en-US" smtClean="0"/>
              <a:pPr/>
              <a:t>8/17/2026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
              </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E90F28-AFBB-4AB2-AA79-6D3F72ED131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835" r:id="rId1"/>
    <p:sldLayoutId id="2147483836" r:id="rId2"/>
    <p:sldLayoutId id="2147483837" r:id="rId3"/>
    <p:sldLayoutId id="2147483838" r:id="rId4"/>
    <p:sldLayoutId id="2147483839" r:id="rId5"/>
    <p:sldLayoutId id="2147483840" r:id="rId6"/>
    <p:sldLayoutId id="2147483841" r:id="rId7"/>
    <p:sldLayoutId id="2147483842" r:id="rId8"/>
    <p:sldLayoutId id="2147483843" r:id="rId9"/>
    <p:sldLayoutId id="2147483844" r:id="rId10"/>
    <p:sldLayoutId id="2147483845"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xmlns="" id="{BB8E8E66-3F1A-363C-19B5-70C84CEABAD8}"/>
              </a:ext>
            </a:extLst>
          </p:cNvPr>
          <p:cNvSpPr txBox="1"/>
          <p:nvPr/>
        </p:nvSpPr>
        <p:spPr>
          <a:xfrm>
            <a:off x="402565" y="1814732"/>
            <a:ext cx="7519358"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b="1" dirty="0" smtClean="0">
                <a:solidFill>
                  <a:srgbClr val="000000"/>
                </a:solidFill>
                <a:latin typeface="Goudy Old Style"/>
                <a:ea typeface="Segoe UI"/>
                <a:cs typeface="Segoe UI"/>
              </a:rPr>
              <a:t>Intelligent Urban Mobility Analytics Using</a:t>
            </a:r>
            <a:r>
              <a:rPr lang="en-US" sz="4800" b="1" i="0" u="none" strike="noStrike" baseline="0" dirty="0" smtClean="0">
                <a:solidFill>
                  <a:srgbClr val="000000"/>
                </a:solidFill>
                <a:latin typeface="Goudy Old Style"/>
                <a:ea typeface="Segoe UI"/>
                <a:cs typeface="Segoe UI"/>
              </a:rPr>
              <a:t> </a:t>
            </a:r>
            <a:r>
              <a:rPr lang="en-US" sz="4800" b="1" dirty="0">
                <a:solidFill>
                  <a:srgbClr val="000000"/>
                </a:solidFill>
                <a:latin typeface="Goudy Old Style"/>
                <a:ea typeface="Segoe UI"/>
                <a:cs typeface="Segoe UI"/>
              </a:rPr>
              <a:t>GPS and</a:t>
            </a:r>
            <a:r>
              <a:rPr lang="en-US" sz="4800" b="1" i="0" u="none" strike="noStrike" baseline="0" dirty="0">
                <a:solidFill>
                  <a:srgbClr val="000000"/>
                </a:solidFill>
                <a:latin typeface="Goudy Old Style"/>
                <a:ea typeface="Segoe UI"/>
                <a:cs typeface="Segoe UI"/>
              </a:rPr>
              <a:t> </a:t>
            </a:r>
            <a:r>
              <a:rPr lang="en-US" sz="4800" b="1" i="0" u="none" strike="noStrike" baseline="0" dirty="0" smtClean="0">
                <a:solidFill>
                  <a:srgbClr val="000000"/>
                </a:solidFill>
                <a:latin typeface="Goudy Old Style"/>
                <a:ea typeface="Segoe UI"/>
                <a:cs typeface="Segoe UI"/>
              </a:rPr>
              <a:t>Traffic Data</a:t>
            </a:r>
            <a:r>
              <a:rPr sz="5400" b="0" i="0" dirty="0">
                <a:solidFill>
                  <a:srgbClr val="000000"/>
                </a:solidFill>
                <a:latin typeface="Goudy Old Style"/>
                <a:ea typeface="Goudy Old Style"/>
                <a:cs typeface="Goudy Old Style"/>
              </a:rPr>
              <a:t>​</a:t>
            </a:r>
            <a:endParaRPr lang="en-US" sz="5400" dirty="0"/>
          </a:p>
          <a:p>
            <a:pPr algn="ctr"/>
            <a:endParaRPr lang="en-US" dirty="0"/>
          </a:p>
        </p:txBody>
      </p:sp>
      <p:pic>
        <p:nvPicPr>
          <p:cNvPr id="21506" name="Picture 2" descr="Koneru Lakshmaiah Education Foundation, Bachupally Campus Courses ..."/>
          <p:cNvPicPr>
            <a:picLocks noChangeAspect="1" noChangeArrowheads="1"/>
          </p:cNvPicPr>
          <p:nvPr/>
        </p:nvPicPr>
        <p:blipFill>
          <a:blip r:embed="rId2"/>
          <a:srcRect/>
          <a:stretch>
            <a:fillRect/>
          </a:stretch>
        </p:blipFill>
        <p:spPr bwMode="auto">
          <a:xfrm>
            <a:off x="239736" y="0"/>
            <a:ext cx="2095500" cy="2047876"/>
          </a:xfrm>
          <a:prstGeom prst="rect">
            <a:avLst/>
          </a:prstGeom>
          <a:noFill/>
        </p:spPr>
      </p:pic>
      <p:sp>
        <p:nvSpPr>
          <p:cNvPr id="7" name="Rectangle 6"/>
          <p:cNvSpPr/>
          <p:nvPr/>
        </p:nvSpPr>
        <p:spPr>
          <a:xfrm>
            <a:off x="239736" y="4895557"/>
            <a:ext cx="4572000" cy="2031325"/>
          </a:xfrm>
          <a:prstGeom prst="rect">
            <a:avLst/>
          </a:prstGeom>
        </p:spPr>
        <p:txBody>
          <a:bodyPr>
            <a:spAutoFit/>
          </a:bodyPr>
          <a:lstStyle/>
          <a:p>
            <a:pPr algn="just">
              <a:buNone/>
            </a:pPr>
            <a:r>
              <a:rPr lang="en-US" b="1" dirty="0" smtClean="0">
                <a:latin typeface="Times New Roman" pitchFamily="18" charset="0"/>
                <a:cs typeface="Times New Roman" pitchFamily="18" charset="0"/>
              </a:rPr>
              <a:t>BATCH NO – 07</a:t>
            </a:r>
            <a:endParaRPr lang="en-US" dirty="0" smtClean="0">
              <a:latin typeface="Times New Roman" pitchFamily="18" charset="0"/>
              <a:cs typeface="Times New Roman" pitchFamily="18" charset="0"/>
            </a:endParaRPr>
          </a:p>
          <a:p>
            <a:pPr algn="just">
              <a:buNone/>
            </a:pPr>
            <a:r>
              <a:rPr lang="en-US" b="1" dirty="0" smtClean="0">
                <a:latin typeface="Times New Roman" pitchFamily="18" charset="0"/>
                <a:cs typeface="Times New Roman" pitchFamily="18" charset="0"/>
              </a:rPr>
              <a:t>Team members</a:t>
            </a:r>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2420030066 -  P.Likhith</a:t>
            </a:r>
          </a:p>
          <a:p>
            <a:pPr algn="just"/>
            <a:r>
              <a:rPr lang="en-US" dirty="0" smtClean="0">
                <a:latin typeface="Times New Roman" pitchFamily="18" charset="0"/>
                <a:cs typeface="Times New Roman" pitchFamily="18" charset="0"/>
              </a:rPr>
              <a:t>2420030225 - Sanivarapu Sadhana</a:t>
            </a:r>
          </a:p>
          <a:p>
            <a:pPr algn="just"/>
            <a:r>
              <a:rPr lang="en-US" dirty="0" smtClean="0">
                <a:latin typeface="Times New Roman" pitchFamily="18" charset="0"/>
                <a:cs typeface="Times New Roman" pitchFamily="18" charset="0"/>
              </a:rPr>
              <a:t>2420030336 -  </a:t>
            </a:r>
            <a:r>
              <a:rPr lang="en-US" dirty="0" err="1" smtClean="0">
                <a:latin typeface="Times New Roman" pitchFamily="18" charset="0"/>
                <a:cs typeface="Times New Roman" pitchFamily="18" charset="0"/>
              </a:rPr>
              <a:t>M.Pavani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Sree</a:t>
            </a:r>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2420030780 -  </a:t>
            </a:r>
            <a:r>
              <a:rPr lang="en-US" dirty="0" err="1" smtClean="0">
                <a:latin typeface="Times New Roman" pitchFamily="18" charset="0"/>
                <a:cs typeface="Times New Roman" pitchFamily="18" charset="0"/>
              </a:rPr>
              <a:t>B.Sai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Bharghav</a:t>
            </a:r>
            <a:r>
              <a:rPr lang="en-US" dirty="0" smtClean="0">
                <a:latin typeface="Times New Roman" pitchFamily="18" charset="0"/>
                <a:cs typeface="Times New Roman" pitchFamily="18" charset="0"/>
              </a:rPr>
              <a:t> Reddy</a:t>
            </a:r>
            <a:endParaRPr lang="en-US" dirty="0" smtClean="0">
              <a:latin typeface="Times New Roman" pitchFamily="18" charset="0"/>
              <a:cs typeface="Times New Roman" pitchFamily="18" charset="0"/>
            </a:endParaRPr>
          </a:p>
          <a:p>
            <a:pPr algn="just"/>
            <a:endParaRPr lang="en-US" dirty="0" smtClean="0">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Times New Roman" pitchFamily="18" charset="0"/>
                <a:cs typeface="Times New Roman" pitchFamily="18" charset="0"/>
              </a:rPr>
              <a:t>Problem Statement</a:t>
            </a:r>
          </a:p>
        </p:txBody>
      </p:sp>
      <p:sp>
        <p:nvSpPr>
          <p:cNvPr id="3" name="Content Placeholder 2"/>
          <p:cNvSpPr>
            <a:spLocks noGrp="1"/>
          </p:cNvSpPr>
          <p:nvPr>
            <p:ph idx="1"/>
          </p:nvPr>
        </p:nvSpPr>
        <p:spPr>
          <a:xfrm>
            <a:off x="226084" y="2061470"/>
            <a:ext cx="8792473" cy="4114801"/>
          </a:xfrm>
        </p:spPr>
        <p:txBody>
          <a:bodyPr vert="horz" lIns="91440" tIns="45720" rIns="91440" bIns="45720" rtlCol="0" anchor="t">
            <a:normAutofit/>
          </a:bodyPr>
          <a:lstStyle/>
          <a:p>
            <a:pPr algn="just">
              <a:buNone/>
              <a:defRPr sz="2200"/>
            </a:pPr>
            <a:r>
              <a:rPr lang="en-US" dirty="0" smtClean="0">
                <a:latin typeface="Times New Roman" pitchFamily="18" charset="0"/>
                <a:ea typeface="+mn-lt"/>
                <a:cs typeface="Times New Roman" pitchFamily="18" charset="0"/>
              </a:rPr>
              <a:t>     Rapid </a:t>
            </a:r>
            <a:r>
              <a:rPr lang="en-US" dirty="0">
                <a:latin typeface="Times New Roman" pitchFamily="18" charset="0"/>
                <a:ea typeface="+mn-lt"/>
                <a:cs typeface="Times New Roman" pitchFamily="18" charset="0"/>
              </a:rPr>
              <a:t>urbanization and the growing number of vehicles have led to traffic congestion, road accidents, and longer travel times, affecting road safety and transportation efficiency. Existing systems often analyze GPS, weather, and accident data separately, limiting comprehensive mobility analysis.</a:t>
            </a:r>
            <a:endParaRPr lang="en-US" dirty="0">
              <a:latin typeface="Times New Roman" pitchFamily="18" charset="0"/>
              <a:cs typeface="Times New Roman" pitchFamily="18" charset="0"/>
            </a:endParaRPr>
          </a:p>
          <a:p>
            <a:pPr algn="just">
              <a:buNone/>
              <a:defRPr sz="2200"/>
            </a:pPr>
            <a:r>
              <a:rPr lang="en-US" dirty="0" smtClean="0">
                <a:latin typeface="Times New Roman" pitchFamily="18" charset="0"/>
                <a:ea typeface="+mn-lt"/>
                <a:cs typeface="Times New Roman" pitchFamily="18" charset="0"/>
              </a:rPr>
              <a:t>     This </a:t>
            </a:r>
            <a:r>
              <a:rPr lang="en-US" dirty="0">
                <a:latin typeface="Times New Roman" pitchFamily="18" charset="0"/>
                <a:ea typeface="+mn-lt"/>
                <a:cs typeface="Times New Roman" pitchFamily="18" charset="0"/>
              </a:rPr>
              <a:t>project develops an </a:t>
            </a:r>
            <a:r>
              <a:rPr lang="en-US" b="1" dirty="0">
                <a:latin typeface="Times New Roman" pitchFamily="18" charset="0"/>
                <a:ea typeface="+mn-lt"/>
                <a:cs typeface="Times New Roman" pitchFamily="18" charset="0"/>
              </a:rPr>
              <a:t>Intelligent Urban Mobility Analytics</a:t>
            </a:r>
            <a:r>
              <a:rPr lang="en-US" dirty="0">
                <a:latin typeface="Times New Roman" pitchFamily="18" charset="0"/>
                <a:ea typeface="+mn-lt"/>
                <a:cs typeface="Times New Roman" pitchFamily="18" charset="0"/>
              </a:rPr>
              <a:t> platform that integrates </a:t>
            </a:r>
            <a:r>
              <a:rPr lang="en-US" b="1" dirty="0">
                <a:latin typeface="Times New Roman" pitchFamily="18" charset="0"/>
                <a:ea typeface="+mn-lt"/>
                <a:cs typeface="Times New Roman" pitchFamily="18" charset="0"/>
              </a:rPr>
              <a:t>GPS trajectory, weather, and road accident data</a:t>
            </a:r>
            <a:r>
              <a:rPr lang="en-US" dirty="0">
                <a:latin typeface="Times New Roman" pitchFamily="18" charset="0"/>
                <a:ea typeface="+mn-lt"/>
                <a:cs typeface="Times New Roman" pitchFamily="18" charset="0"/>
              </a:rPr>
              <a:t> to analyze mobility patterns, predict accident risks, and provide actionable insights through an interactive dashboard for smarter transportation planning.</a:t>
            </a:r>
            <a:endParaRPr lang="en-US" dirty="0">
              <a:latin typeface="Times New Roman" pitchFamily="18" charset="0"/>
              <a:cs typeface="Times New Roman" pitchFamily="18" charset="0"/>
            </a:endParaRPr>
          </a:p>
          <a:p>
            <a:pPr algn="just">
              <a:buNone/>
              <a:defRPr sz="2200"/>
            </a:pPr>
            <a:endParaRPr lang="en-US" dirty="0">
              <a:latin typeface="Times New Roman" pitchFamily="18" charset="0"/>
              <a:cs typeface="Times New Roman" pitchFamily="18" charset="0"/>
            </a:endParaRPr>
          </a:p>
        </p:txBody>
      </p:sp>
      <p:pic>
        <p:nvPicPr>
          <p:cNvPr id="19458" name="Picture 2" descr="Koneru Lakshmaiah Education Foundation, Bachupally Campus Courses ..."/>
          <p:cNvPicPr>
            <a:picLocks noChangeAspect="1" noChangeArrowheads="1"/>
          </p:cNvPicPr>
          <p:nvPr/>
        </p:nvPicPr>
        <p:blipFill>
          <a:blip r:embed="rId2"/>
          <a:srcRect/>
          <a:stretch>
            <a:fillRect/>
          </a:stretch>
        </p:blipFill>
        <p:spPr bwMode="auto">
          <a:xfrm>
            <a:off x="155575" y="0"/>
            <a:ext cx="2095500" cy="2047876"/>
          </a:xfrm>
          <a:prstGeom prst="rect">
            <a:avLst/>
          </a:prstGeom>
          <a:no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Times New Roman" pitchFamily="18" charset="0"/>
                <a:cs typeface="Times New Roman" pitchFamily="18" charset="0"/>
              </a:rPr>
              <a:t>Objectives</a:t>
            </a:r>
          </a:p>
        </p:txBody>
      </p:sp>
      <p:sp>
        <p:nvSpPr>
          <p:cNvPr id="3" name="Content Placeholder 2"/>
          <p:cNvSpPr>
            <a:spLocks noGrp="1"/>
          </p:cNvSpPr>
          <p:nvPr>
            <p:ph idx="1"/>
          </p:nvPr>
        </p:nvSpPr>
        <p:spPr>
          <a:xfrm>
            <a:off x="254839" y="1674056"/>
            <a:ext cx="8677454" cy="4976668"/>
          </a:xfrm>
        </p:spPr>
        <p:txBody>
          <a:bodyPr vert="horz" lIns="91440" tIns="45720" rIns="91440" bIns="45720" rtlCol="0" anchor="t">
            <a:noAutofit/>
          </a:bodyPr>
          <a:lstStyle/>
          <a:p>
            <a:pPr algn="just">
              <a:defRPr sz="2200"/>
            </a:pPr>
            <a:r>
              <a:rPr lang="en-US" sz="2000" dirty="0" smtClean="0">
                <a:latin typeface="Times New Roman" pitchFamily="18" charset="0"/>
                <a:cs typeface="Times New Roman" pitchFamily="18" charset="0"/>
              </a:rPr>
              <a:t>To integrate GPS trajectory, weather, traffic, and road accident data to provide a comprehensive view of urban mobility. </a:t>
            </a:r>
            <a:endParaRPr lang="en-US" sz="2000" dirty="0" smtClean="0">
              <a:latin typeface="Times New Roman" pitchFamily="18" charset="0"/>
              <a:cs typeface="Times New Roman" pitchFamily="18" charset="0"/>
            </a:endParaRPr>
          </a:p>
          <a:p>
            <a:pPr algn="just">
              <a:defRPr sz="2200"/>
            </a:pPr>
            <a:r>
              <a:rPr lang="en-US" sz="2000" dirty="0" smtClean="0">
                <a:latin typeface="Times New Roman" pitchFamily="18" charset="0"/>
                <a:cs typeface="Times New Roman" pitchFamily="18" charset="0"/>
              </a:rPr>
              <a:t>To </a:t>
            </a:r>
            <a:r>
              <a:rPr lang="en-US" sz="2000" dirty="0" smtClean="0">
                <a:latin typeface="Times New Roman" pitchFamily="18" charset="0"/>
                <a:cs typeface="Times New Roman" pitchFamily="18" charset="0"/>
              </a:rPr>
              <a:t>analyze travel patterns and examine how weather, traffic conditions, and road factors influence mobility and accident risks. </a:t>
            </a:r>
            <a:endParaRPr lang="en-US" sz="2000" dirty="0" smtClean="0">
              <a:latin typeface="Times New Roman" pitchFamily="18" charset="0"/>
              <a:cs typeface="Times New Roman" pitchFamily="18" charset="0"/>
            </a:endParaRPr>
          </a:p>
          <a:p>
            <a:pPr algn="just">
              <a:defRPr sz="2200"/>
            </a:pPr>
            <a:r>
              <a:rPr lang="en-US" sz="2000" dirty="0" smtClean="0">
                <a:latin typeface="Times New Roman" pitchFamily="18" charset="0"/>
                <a:cs typeface="Times New Roman" pitchFamily="18" charset="0"/>
              </a:rPr>
              <a:t>To </a:t>
            </a:r>
            <a:r>
              <a:rPr lang="en-US" sz="2000" dirty="0" smtClean="0">
                <a:latin typeface="Times New Roman" pitchFamily="18" charset="0"/>
                <a:cs typeface="Times New Roman" pitchFamily="18" charset="0"/>
              </a:rPr>
              <a:t>apply and compare machine learning models for accident-risk prediction and identify the model with better predictive performance. </a:t>
            </a:r>
            <a:endParaRPr lang="en-US" sz="2000" dirty="0" smtClean="0">
              <a:latin typeface="Times New Roman" pitchFamily="18" charset="0"/>
              <a:cs typeface="Times New Roman" pitchFamily="18" charset="0"/>
            </a:endParaRPr>
          </a:p>
          <a:p>
            <a:pPr algn="just">
              <a:defRPr sz="2200"/>
            </a:pPr>
            <a:r>
              <a:rPr lang="en-US" sz="2000" dirty="0" smtClean="0">
                <a:latin typeface="Times New Roman" pitchFamily="18" charset="0"/>
                <a:cs typeface="Times New Roman" pitchFamily="18" charset="0"/>
              </a:rPr>
              <a:t>To </a:t>
            </a:r>
            <a:r>
              <a:rPr lang="en-US" sz="2000" dirty="0" smtClean="0">
                <a:latin typeface="Times New Roman" pitchFamily="18" charset="0"/>
                <a:cs typeface="Times New Roman" pitchFamily="18" charset="0"/>
              </a:rPr>
              <a:t>use SHAP and LIME techniques to explain the factors influencing accident-risk predictions made by the machine learning models. </a:t>
            </a:r>
            <a:endParaRPr lang="en-US" sz="2000" dirty="0" smtClean="0">
              <a:latin typeface="Times New Roman" pitchFamily="18" charset="0"/>
              <a:cs typeface="Times New Roman" pitchFamily="18" charset="0"/>
            </a:endParaRPr>
          </a:p>
          <a:p>
            <a:pPr algn="just">
              <a:defRPr sz="2200"/>
            </a:pPr>
            <a:r>
              <a:rPr lang="en-US" sz="2000" dirty="0" smtClean="0">
                <a:latin typeface="Times New Roman" pitchFamily="18" charset="0"/>
                <a:cs typeface="Times New Roman" pitchFamily="18" charset="0"/>
              </a:rPr>
              <a:t>To </a:t>
            </a:r>
            <a:r>
              <a:rPr lang="en-US" sz="2000" dirty="0" smtClean="0">
                <a:latin typeface="Times New Roman" pitchFamily="18" charset="0"/>
                <a:cs typeface="Times New Roman" pitchFamily="18" charset="0"/>
              </a:rPr>
              <a:t>present mobility patterns, accident hotspots, prediction results, geospatial visualizations, and analytical reports through an interactive dashboard for better transportation planning</a:t>
            </a:r>
            <a:r>
              <a:rPr lang="en-US" sz="2000" dirty="0" smtClean="0">
                <a:latin typeface="Times New Roman" pitchFamily="18" charset="0"/>
                <a:cs typeface="Times New Roman" pitchFamily="18" charset="0"/>
              </a:rPr>
              <a:t>.</a:t>
            </a:r>
          </a:p>
          <a:p>
            <a:pPr algn="just">
              <a:defRPr sz="2200"/>
            </a:pPr>
            <a:r>
              <a:rPr lang="en-US" sz="2000" dirty="0" smtClean="0">
                <a:latin typeface="Times New Roman" pitchFamily="18" charset="0"/>
                <a:cs typeface="Times New Roman" pitchFamily="18" charset="0"/>
              </a:rPr>
              <a:t>To provide a foundation for real-time mobility monitoring by enabling future integration of live GPS and traffic data for dynamic transportation analysis.</a:t>
            </a:r>
            <a:endParaRPr lang="en-US" sz="2000" dirty="0">
              <a:latin typeface="Times New Roman" pitchFamily="18" charset="0"/>
              <a:cs typeface="Times New Roman" pitchFamily="18" charset="0"/>
            </a:endParaRPr>
          </a:p>
        </p:txBody>
      </p:sp>
      <p:pic>
        <p:nvPicPr>
          <p:cNvPr id="18434" name="Picture 2" descr="Koneru Lakshmaiah Education Foundation, Bachupally Campus Courses ..."/>
          <p:cNvPicPr>
            <a:picLocks noChangeAspect="1" noChangeArrowheads="1"/>
          </p:cNvPicPr>
          <p:nvPr/>
        </p:nvPicPr>
        <p:blipFill>
          <a:blip r:embed="rId2"/>
          <a:srcRect/>
          <a:stretch>
            <a:fillRect/>
          </a:stretch>
        </p:blipFill>
        <p:spPr bwMode="auto">
          <a:xfrm>
            <a:off x="254839" y="204606"/>
            <a:ext cx="1503623" cy="1469450"/>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1342" y="225083"/>
            <a:ext cx="7005710" cy="970671"/>
          </a:xfrm>
        </p:spPr>
        <p:txBody>
          <a:bodyPr>
            <a:normAutofit fontScale="90000"/>
          </a:bodyPr>
          <a:lstStyle/>
          <a:p>
            <a:r>
              <a:rPr lang="en-US" b="1" dirty="0" smtClean="0">
                <a:latin typeface="Times New Roman" pitchFamily="18" charset="0"/>
                <a:cs typeface="Times New Roman" pitchFamily="18" charset="0"/>
              </a:rPr>
              <a:t>Literature Survey</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endParaRPr lang="en-US" dirty="0">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pPr/>
              <a:t>4</a:t>
            </a:fld>
            <a:endParaRPr lang="en-US"/>
          </a:p>
        </p:txBody>
      </p:sp>
      <p:pic>
        <p:nvPicPr>
          <p:cNvPr id="52226" name="Picture 2" descr="Koneru Lakshmaiah Education Foundation, Bachupally Campus Courses ..."/>
          <p:cNvPicPr>
            <a:picLocks noChangeAspect="1" noChangeArrowheads="1"/>
          </p:cNvPicPr>
          <p:nvPr/>
        </p:nvPicPr>
        <p:blipFill>
          <a:blip r:embed="rId2"/>
          <a:srcRect/>
          <a:stretch>
            <a:fillRect/>
          </a:stretch>
        </p:blipFill>
        <p:spPr bwMode="auto">
          <a:xfrm>
            <a:off x="253218" y="64477"/>
            <a:ext cx="1364480" cy="962465"/>
          </a:xfrm>
          <a:prstGeom prst="rect">
            <a:avLst/>
          </a:prstGeom>
          <a:noFill/>
        </p:spPr>
      </p:pic>
      <p:graphicFrame>
        <p:nvGraphicFramePr>
          <p:cNvPr id="12" name="Content Placeholder 11"/>
          <p:cNvGraphicFramePr>
            <a:graphicFrameLocks noGrp="1"/>
          </p:cNvGraphicFramePr>
          <p:nvPr>
            <p:ph idx="1"/>
          </p:nvPr>
        </p:nvGraphicFramePr>
        <p:xfrm>
          <a:off x="457200" y="1026942"/>
          <a:ext cx="8229600" cy="5121422"/>
        </p:xfrm>
        <a:graphic>
          <a:graphicData uri="http://schemas.openxmlformats.org/drawingml/2006/table">
            <a:tbl>
              <a:tblPr firstRow="1" bandRow="1">
                <a:tableStyleId>{5940675A-B579-460E-94D1-54222C63F5DA}</a:tableStyleId>
              </a:tblPr>
              <a:tblGrid>
                <a:gridCol w="2057400"/>
                <a:gridCol w="2057400"/>
                <a:gridCol w="2057400"/>
                <a:gridCol w="2057400"/>
              </a:tblGrid>
              <a:tr h="0">
                <a:tc>
                  <a:txBody>
                    <a:bodyPr/>
                    <a:lstStyle/>
                    <a:p>
                      <a:r>
                        <a:rPr lang="en-US" sz="1400" dirty="0" smtClean="0">
                          <a:latin typeface="Times New Roman" pitchFamily="18" charset="0"/>
                          <a:cs typeface="Times New Roman" pitchFamily="18" charset="0"/>
                        </a:rPr>
                        <a:t>Paper</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Publication </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Key Contribution </a:t>
                      </a:r>
                      <a:endParaRPr lang="en-US" sz="140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latin typeface="Times New Roman" pitchFamily="18" charset="0"/>
                          <a:cs typeface="Times New Roman" pitchFamily="18" charset="0"/>
                        </a:rPr>
                        <a:t>Limitation</a:t>
                      </a:r>
                    </a:p>
                    <a:p>
                      <a:endParaRPr lang="en-US" sz="1400" dirty="0">
                        <a:latin typeface="Times New Roman" pitchFamily="18" charset="0"/>
                        <a:cs typeface="Times New Roman" pitchFamily="18" charset="0"/>
                      </a:endParaRPr>
                    </a:p>
                  </a:txBody>
                  <a:tcPr/>
                </a:tc>
              </a:tr>
              <a:tr h="370840">
                <a:tc>
                  <a:txBody>
                    <a:bodyPr/>
                    <a:lstStyle/>
                    <a:p>
                      <a:r>
                        <a:rPr lang="en-US" sz="1400" dirty="0" smtClean="0">
                          <a:latin typeface="Times New Roman" pitchFamily="18" charset="0"/>
                          <a:cs typeface="Times New Roman" pitchFamily="18" charset="0"/>
                        </a:rPr>
                        <a:t>A Prediction Model for Expressway Traffic Accidents Under Extreme Weather Conditions Using SVM (2024)</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SAGE – Journal of Computational Methods in Sciences and Engineering</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Studies the relationship between </a:t>
                      </a:r>
                      <a:r>
                        <a:rPr lang="en-US" sz="1400" b="1" dirty="0" smtClean="0">
                          <a:latin typeface="Times New Roman" pitchFamily="18" charset="0"/>
                          <a:cs typeface="Times New Roman" pitchFamily="18" charset="0"/>
                        </a:rPr>
                        <a:t>extreme weather and traffic accidents</a:t>
                      </a:r>
                      <a:r>
                        <a:rPr lang="en-US" sz="1400" dirty="0" smtClean="0">
                          <a:latin typeface="Times New Roman" pitchFamily="18" charset="0"/>
                          <a:cs typeface="Times New Roman" pitchFamily="18" charset="0"/>
                        </a:rPr>
                        <a:t> and applies an optimized </a:t>
                      </a:r>
                      <a:r>
                        <a:rPr lang="en-US" sz="1400" b="1" dirty="0" smtClean="0">
                          <a:latin typeface="Times New Roman" pitchFamily="18" charset="0"/>
                          <a:cs typeface="Times New Roman" pitchFamily="18" charset="0"/>
                        </a:rPr>
                        <a:t>SVM</a:t>
                      </a:r>
                      <a:r>
                        <a:rPr lang="en-US" sz="1400" dirty="0" smtClean="0">
                          <a:latin typeface="Times New Roman" pitchFamily="18" charset="0"/>
                          <a:cs typeface="Times New Roman" pitchFamily="18" charset="0"/>
                        </a:rPr>
                        <a:t> model for prediction. </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Focuses on </a:t>
                      </a:r>
                      <a:r>
                        <a:rPr lang="en-US" sz="1400" b="1" dirty="0" smtClean="0">
                          <a:latin typeface="Times New Roman" pitchFamily="18" charset="0"/>
                          <a:cs typeface="Times New Roman" pitchFamily="18" charset="0"/>
                        </a:rPr>
                        <a:t>expressways and extreme weather</a:t>
                      </a:r>
                      <a:r>
                        <a:rPr lang="en-US" sz="1400" dirty="0" smtClean="0">
                          <a:latin typeface="Times New Roman" pitchFamily="18" charset="0"/>
                          <a:cs typeface="Times New Roman" pitchFamily="18" charset="0"/>
                        </a:rPr>
                        <a:t>, limiting its applicability to broader urban mobility scenarios.</a:t>
                      </a:r>
                      <a:endParaRPr lang="en-US" sz="1400" dirty="0">
                        <a:latin typeface="Times New Roman" pitchFamily="18" charset="0"/>
                        <a:cs typeface="Times New Roman" pitchFamily="18" charset="0"/>
                      </a:endParaRPr>
                    </a:p>
                  </a:txBody>
                  <a:tcPr/>
                </a:tc>
              </a:tr>
              <a:tr h="370840">
                <a:tc>
                  <a:txBody>
                    <a:bodyPr/>
                    <a:lstStyle/>
                    <a:p>
                      <a:r>
                        <a:rPr lang="en-US" sz="1400" dirty="0" smtClean="0">
                          <a:latin typeface="Times New Roman" pitchFamily="18" charset="0"/>
                          <a:cs typeface="Times New Roman" pitchFamily="18" charset="0"/>
                        </a:rPr>
                        <a:t>From Prediction to Prevention: Leveraging Deep Learning in Traffic Accident Prediction Systems (2023)</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MDPI – Electronics</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Uses </a:t>
                      </a:r>
                      <a:r>
                        <a:rPr lang="en-US" sz="1400" b="1" dirty="0" smtClean="0">
                          <a:latin typeface="Times New Roman" pitchFamily="18" charset="0"/>
                          <a:cs typeface="Times New Roman" pitchFamily="18" charset="0"/>
                        </a:rPr>
                        <a:t>CNN and DNN</a:t>
                      </a:r>
                      <a:r>
                        <a:rPr lang="en-US" sz="1400" dirty="0" smtClean="0">
                          <a:latin typeface="Times New Roman" pitchFamily="18" charset="0"/>
                          <a:cs typeface="Times New Roman" pitchFamily="18" charset="0"/>
                        </a:rPr>
                        <a:t> for urban accident prediction and addresses the challenge of imbalanced accident data. </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Mainly focuses on </a:t>
                      </a:r>
                      <a:r>
                        <a:rPr lang="en-US" sz="1400" b="1" dirty="0" smtClean="0">
                          <a:latin typeface="Times New Roman" pitchFamily="18" charset="0"/>
                          <a:cs typeface="Times New Roman" pitchFamily="18" charset="0"/>
                        </a:rPr>
                        <a:t>accident prediction and severity</a:t>
                      </a:r>
                      <a:r>
                        <a:rPr lang="en-US" sz="1400" dirty="0" smtClean="0">
                          <a:latin typeface="Times New Roman" pitchFamily="18" charset="0"/>
                          <a:cs typeface="Times New Roman" pitchFamily="18" charset="0"/>
                        </a:rPr>
                        <a:t>, with limited multi-source integration and explainable analytics.</a:t>
                      </a:r>
                      <a:endParaRPr lang="en-US" sz="1400" dirty="0">
                        <a:latin typeface="Times New Roman" pitchFamily="18" charset="0"/>
                        <a:cs typeface="Times New Roman" pitchFamily="18" charset="0"/>
                      </a:endParaRPr>
                    </a:p>
                  </a:txBody>
                  <a:tcPr/>
                </a:tc>
              </a:tr>
              <a:tr h="207342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latin typeface="Times New Roman" pitchFamily="18" charset="0"/>
                          <a:cs typeface="Times New Roman" pitchFamily="18" charset="0"/>
                        </a:rPr>
                        <a:t>Traffic Accident Risk Prediction Based on Deep Learning and Spatiotemporal Features of Vehicle Trajectories (2025)</a:t>
                      </a:r>
                    </a:p>
                    <a:p>
                      <a:endParaRPr lang="en-US" sz="160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latin typeface="Times New Roman" pitchFamily="18" charset="0"/>
                          <a:cs typeface="Times New Roman" pitchFamily="18" charset="0"/>
                        </a:rPr>
                        <a:t>PLOS ONE</a:t>
                      </a:r>
                    </a:p>
                    <a:p>
                      <a:endParaRPr lang="en-US" sz="160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latin typeface="Times New Roman" pitchFamily="18" charset="0"/>
                          <a:cs typeface="Times New Roman" pitchFamily="18" charset="0"/>
                        </a:rPr>
                        <a:t>Uses </a:t>
                      </a:r>
                      <a:r>
                        <a:rPr lang="en-US" sz="1600" b="1" dirty="0" smtClean="0">
                          <a:latin typeface="Times New Roman" pitchFamily="18" charset="0"/>
                          <a:cs typeface="Times New Roman" pitchFamily="18" charset="0"/>
                        </a:rPr>
                        <a:t>CNN, LSTM and GNN</a:t>
                      </a:r>
                      <a:r>
                        <a:rPr lang="en-US" sz="1600" dirty="0" smtClean="0">
                          <a:latin typeface="Times New Roman" pitchFamily="18" charset="0"/>
                          <a:cs typeface="Times New Roman" pitchFamily="18" charset="0"/>
                        </a:rPr>
                        <a:t> with vehicle trajectory features such as speed, acceleration and location for accident-risk prediction.</a:t>
                      </a:r>
                    </a:p>
                    <a:p>
                      <a:endParaRPr lang="en-US" sz="1600" dirty="0">
                        <a:latin typeface="Times New Roman" pitchFamily="18" charset="0"/>
                        <a:cs typeface="Times New Roman" pitchFamily="18" charset="0"/>
                      </a:endParaRPr>
                    </a:p>
                  </a:txBody>
                  <a:tcPr/>
                </a:tc>
                <a:tc>
                  <a:txBody>
                    <a:bodyPr/>
                    <a:lstStyle/>
                    <a:p>
                      <a:r>
                        <a:rPr lang="en-US" sz="1600" dirty="0" smtClean="0">
                          <a:latin typeface="Times New Roman" pitchFamily="18" charset="0"/>
                          <a:cs typeface="Times New Roman" pitchFamily="18" charset="0"/>
                        </a:rPr>
                        <a:t>Uses mainly </a:t>
                      </a:r>
                      <a:r>
                        <a:rPr lang="en-US" sz="1600" b="1" dirty="0" smtClean="0">
                          <a:latin typeface="Times New Roman" pitchFamily="18" charset="0"/>
                          <a:cs typeface="Times New Roman" pitchFamily="18" charset="0"/>
                        </a:rPr>
                        <a:t>vehicle trajectory and traffic-network information</a:t>
                      </a:r>
                      <a:r>
                        <a:rPr lang="en-US" sz="1600" dirty="0" smtClean="0">
                          <a:latin typeface="Times New Roman" pitchFamily="18" charset="0"/>
                          <a:cs typeface="Times New Roman" pitchFamily="18" charset="0"/>
                        </a:rPr>
                        <a:t> and does not provide a unified GPS + weather + accident analytics platform</a:t>
                      </a:r>
                      <a:endParaRPr lang="en-US" sz="1600" dirty="0">
                        <a:latin typeface="Times New Roman" pitchFamily="18" charset="0"/>
                        <a:cs typeface="Times New Roman" pitchFamily="18" charset="0"/>
                      </a:endParaRPr>
                    </a:p>
                  </a:txBody>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6012" y="64477"/>
            <a:ext cx="8229600" cy="962465"/>
          </a:xfrm>
        </p:spPr>
        <p:txBody>
          <a:bodyPr>
            <a:normAutofit/>
          </a:bodyPr>
          <a:lstStyle/>
          <a:p>
            <a:r>
              <a:rPr lang="en-US" sz="4000" b="1" dirty="0" smtClean="0">
                <a:latin typeface="Times New Roman" pitchFamily="18" charset="0"/>
                <a:cs typeface="Times New Roman" pitchFamily="18" charset="0"/>
              </a:rPr>
              <a:t>Literature Survey</a:t>
            </a:r>
            <a:endParaRPr lang="en-US" sz="4000" dirty="0"/>
          </a:p>
        </p:txBody>
      </p:sp>
      <p:graphicFrame>
        <p:nvGraphicFramePr>
          <p:cNvPr id="8" name="Content Placeholder 7"/>
          <p:cNvGraphicFramePr>
            <a:graphicFrameLocks noGrp="1"/>
          </p:cNvGraphicFramePr>
          <p:nvPr>
            <p:ph idx="1"/>
          </p:nvPr>
        </p:nvGraphicFramePr>
        <p:xfrm>
          <a:off x="626012" y="1026942"/>
          <a:ext cx="8229600" cy="5552440"/>
        </p:xfrm>
        <a:graphic>
          <a:graphicData uri="http://schemas.openxmlformats.org/drawingml/2006/table">
            <a:tbl>
              <a:tblPr firstRow="1" bandRow="1">
                <a:tableStyleId>{5940675A-B579-460E-94D1-54222C63F5DA}</a:tableStyleId>
              </a:tblPr>
              <a:tblGrid>
                <a:gridCol w="2057400"/>
                <a:gridCol w="2057400"/>
                <a:gridCol w="2057400"/>
                <a:gridCol w="2057400"/>
              </a:tblGrid>
              <a:tr h="370840">
                <a:tc>
                  <a:txBody>
                    <a:bodyPr/>
                    <a:lstStyle/>
                    <a:p>
                      <a:r>
                        <a:rPr lang="en-US" sz="1400" dirty="0" smtClean="0">
                          <a:latin typeface="Times New Roman" pitchFamily="18" charset="0"/>
                          <a:cs typeface="Times New Roman" pitchFamily="18" charset="0"/>
                        </a:rPr>
                        <a:t>Paper</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Publication </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Key Contribution </a:t>
                      </a:r>
                      <a:endParaRPr lang="en-US" sz="140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latin typeface="Times New Roman" pitchFamily="18" charset="0"/>
                          <a:cs typeface="Times New Roman" pitchFamily="18" charset="0"/>
                        </a:rPr>
                        <a:t>Limitation</a:t>
                      </a:r>
                    </a:p>
                  </a:txBody>
                  <a:tcPr/>
                </a:tc>
              </a:tr>
              <a:tr h="370840">
                <a:tc>
                  <a:txBody>
                    <a:bodyPr/>
                    <a:lstStyle/>
                    <a:p>
                      <a:r>
                        <a:rPr lang="en-US" sz="1400" dirty="0" smtClean="0">
                          <a:latin typeface="Times New Roman" pitchFamily="18" charset="0"/>
                          <a:cs typeface="Times New Roman" pitchFamily="18" charset="0"/>
                        </a:rPr>
                        <a:t>An Explainable Machine Learning Approach to Traffic Accident Fatality Prediction (2024)</a:t>
                      </a:r>
                      <a:endParaRPr lang="en-US" sz="1400" dirty="0">
                        <a:latin typeface="Times New Roman" pitchFamily="18" charset="0"/>
                        <a:cs typeface="Times New Roman" pitchFamily="18" charset="0"/>
                      </a:endParaRPr>
                    </a:p>
                  </a:txBody>
                  <a:tcPr/>
                </a:tc>
                <a:tc>
                  <a:txBody>
                    <a:bodyPr/>
                    <a:lstStyle/>
                    <a:p>
                      <a:r>
                        <a:rPr lang="en-US" sz="1400" dirty="0" err="1" smtClean="0">
                          <a:latin typeface="Times New Roman" pitchFamily="18" charset="0"/>
                          <a:cs typeface="Times New Roman" pitchFamily="18" charset="0"/>
                        </a:rPr>
                        <a:t>Procedia</a:t>
                      </a:r>
                      <a:r>
                        <a:rPr lang="en-US" sz="1400" dirty="0" smtClean="0">
                          <a:latin typeface="Times New Roman" pitchFamily="18" charset="0"/>
                          <a:cs typeface="Times New Roman" pitchFamily="18" charset="0"/>
                        </a:rPr>
                        <a:t> Computer Science</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Compares several ML models including </a:t>
                      </a:r>
                      <a:r>
                        <a:rPr lang="en-US" sz="1400" b="1" dirty="0" smtClean="0">
                          <a:latin typeface="Times New Roman" pitchFamily="18" charset="0"/>
                          <a:cs typeface="Times New Roman" pitchFamily="18" charset="0"/>
                        </a:rPr>
                        <a:t>Logistic Regression, Random Forest and Decision Tree</a:t>
                      </a:r>
                      <a:r>
                        <a:rPr lang="en-US" sz="1400" dirty="0" smtClean="0">
                          <a:latin typeface="Times New Roman" pitchFamily="18" charset="0"/>
                          <a:cs typeface="Times New Roman" pitchFamily="18" charset="0"/>
                        </a:rPr>
                        <a:t> and uses </a:t>
                      </a:r>
                      <a:r>
                        <a:rPr lang="en-US" sz="1400" b="1" dirty="0" smtClean="0">
                          <a:latin typeface="Times New Roman" pitchFamily="18" charset="0"/>
                          <a:cs typeface="Times New Roman" pitchFamily="18" charset="0"/>
                        </a:rPr>
                        <a:t>SHAP</a:t>
                      </a:r>
                      <a:r>
                        <a:rPr lang="en-US" sz="1400" dirty="0" smtClean="0">
                          <a:latin typeface="Times New Roman" pitchFamily="18" charset="0"/>
                          <a:cs typeface="Times New Roman" pitchFamily="18" charset="0"/>
                        </a:rPr>
                        <a:t> to explain accident-fatality factors. </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Focuses on </a:t>
                      </a:r>
                      <a:r>
                        <a:rPr lang="en-US" sz="1400" b="1" dirty="0" smtClean="0">
                          <a:latin typeface="Times New Roman" pitchFamily="18" charset="0"/>
                          <a:cs typeface="Times New Roman" pitchFamily="18" charset="0"/>
                        </a:rPr>
                        <a:t>fatality classification</a:t>
                      </a:r>
                      <a:r>
                        <a:rPr lang="en-US" sz="1400" dirty="0" smtClean="0">
                          <a:latin typeface="Times New Roman" pitchFamily="18" charset="0"/>
                          <a:cs typeface="Times New Roman" pitchFamily="18" charset="0"/>
                        </a:rPr>
                        <a:t> rather than comprehensive urban mobility, GPS analysis, weather impact, and integrated dashboard analytics.</a:t>
                      </a:r>
                      <a:endParaRPr lang="en-US" sz="1400" dirty="0">
                        <a:latin typeface="Times New Roman" pitchFamily="18" charset="0"/>
                        <a:cs typeface="Times New Roman" pitchFamily="18" charset="0"/>
                      </a:endParaRPr>
                    </a:p>
                  </a:txBody>
                  <a:tcPr/>
                </a:tc>
              </a:tr>
              <a:tr h="370840">
                <a:tc>
                  <a:txBody>
                    <a:bodyPr/>
                    <a:lstStyle/>
                    <a:p>
                      <a:r>
                        <a:rPr lang="en-US" sz="1400" dirty="0" smtClean="0">
                          <a:latin typeface="Times New Roman" pitchFamily="18" charset="0"/>
                          <a:cs typeface="Times New Roman" pitchFamily="18" charset="0"/>
                        </a:rPr>
                        <a:t>A Methodological Framework for Road Accident Severity Prediction for Indian Highways Using Machine Learning Models (2025)</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Elsevier – </a:t>
                      </a:r>
                      <a:r>
                        <a:rPr lang="en-US" sz="1400" i="1" dirty="0" err="1" smtClean="0">
                          <a:latin typeface="Times New Roman" pitchFamily="18" charset="0"/>
                          <a:cs typeface="Times New Roman" pitchFamily="18" charset="0"/>
                        </a:rPr>
                        <a:t>MethodsX</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Uses </a:t>
                      </a:r>
                      <a:r>
                        <a:rPr lang="en-US" sz="1400" b="1" dirty="0" smtClean="0">
                          <a:latin typeface="Times New Roman" pitchFamily="18" charset="0"/>
                          <a:cs typeface="Times New Roman" pitchFamily="18" charset="0"/>
                        </a:rPr>
                        <a:t>Random Forest and Gradient Boosting</a:t>
                      </a:r>
                      <a:r>
                        <a:rPr lang="en-US" sz="1400" dirty="0" smtClean="0">
                          <a:latin typeface="Times New Roman" pitchFamily="18" charset="0"/>
                          <a:cs typeface="Times New Roman" pitchFamily="18" charset="0"/>
                        </a:rPr>
                        <a:t> for accident-severity prediction and applies </a:t>
                      </a:r>
                      <a:r>
                        <a:rPr lang="en-US" sz="1400" b="1" dirty="0" smtClean="0">
                          <a:latin typeface="Times New Roman" pitchFamily="18" charset="0"/>
                          <a:cs typeface="Times New Roman" pitchFamily="18" charset="0"/>
                        </a:rPr>
                        <a:t>SHAP</a:t>
                      </a:r>
                      <a:r>
                        <a:rPr lang="en-US" sz="1400" dirty="0" smtClean="0">
                          <a:latin typeface="Times New Roman" pitchFamily="18" charset="0"/>
                          <a:cs typeface="Times New Roman" pitchFamily="18" charset="0"/>
                        </a:rPr>
                        <a:t> to identify important factors such as vehicle type, weather, and road conditions. </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Focuses mainly on accident severity on Indian highways rather than general urban mobility and route analysis.</a:t>
                      </a:r>
                      <a:endParaRPr lang="en-US" sz="1400" dirty="0">
                        <a:latin typeface="Times New Roman" pitchFamily="18" charset="0"/>
                        <a:cs typeface="Times New Roman" pitchFamily="18" charset="0"/>
                      </a:endParaRPr>
                    </a:p>
                  </a:txBody>
                  <a:tcPr/>
                </a:tc>
              </a:tr>
              <a:tr h="370840">
                <a:tc>
                  <a:txBody>
                    <a:bodyPr/>
                    <a:lstStyle/>
                    <a:p>
                      <a:r>
                        <a:rPr lang="en-US" sz="1400" dirty="0" smtClean="0"/>
                        <a:t>Urban Flow Prediction from Spatiotemporal Data Using Machine Learning: A Survey (2020)</a:t>
                      </a:r>
                      <a:endParaRPr lang="en-US" sz="1400" dirty="0">
                        <a:latin typeface="Times New Roman" pitchFamily="18" charset="0"/>
                        <a:cs typeface="Times New Roman" pitchFamily="18" charset="0"/>
                      </a:endParaRPr>
                    </a:p>
                  </a:txBody>
                  <a:tcPr/>
                </a:tc>
                <a:tc>
                  <a:txBody>
                    <a:bodyPr/>
                    <a:lstStyle/>
                    <a:p>
                      <a:r>
                        <a:rPr lang="en-US" sz="1400" dirty="0" smtClean="0"/>
                        <a:t>Elsevier – </a:t>
                      </a:r>
                      <a:r>
                        <a:rPr lang="en-US" sz="1400" i="1" dirty="0" smtClean="0"/>
                        <a:t>Information Fusion</a:t>
                      </a:r>
                      <a:endParaRPr lang="en-US" sz="1400" dirty="0">
                        <a:latin typeface="Times New Roman" pitchFamily="18" charset="0"/>
                        <a:cs typeface="Times New Roman" pitchFamily="18" charset="0"/>
                      </a:endParaRPr>
                    </a:p>
                  </a:txBody>
                  <a:tcPr/>
                </a:tc>
                <a:tc>
                  <a:txBody>
                    <a:bodyPr/>
                    <a:lstStyle/>
                    <a:p>
                      <a:r>
                        <a:rPr lang="en-US" sz="1400" dirty="0" smtClean="0"/>
                        <a:t>Reviews machine-learning approaches for </a:t>
                      </a:r>
                      <a:r>
                        <a:rPr lang="en-US" sz="1400" b="1" dirty="0" smtClean="0"/>
                        <a:t>urban spatiotemporal flow prediction</a:t>
                      </a:r>
                      <a:r>
                        <a:rPr lang="en-US" sz="1400" dirty="0" smtClean="0"/>
                        <a:t>, focusing on traffic management, public safety, datasets, algorithms, and evaluation methods.</a:t>
                      </a:r>
                      <a:endParaRPr lang="en-US" sz="1400" dirty="0">
                        <a:latin typeface="Times New Roman" pitchFamily="18" charset="0"/>
                        <a:cs typeface="Times New Roman" pitchFamily="18" charset="0"/>
                      </a:endParaRPr>
                    </a:p>
                  </a:txBody>
                  <a:tcPr/>
                </a:tc>
                <a:tc>
                  <a:txBody>
                    <a:bodyPr/>
                    <a:lstStyle/>
                    <a:p>
                      <a:r>
                        <a:rPr lang="en-US" sz="1400" dirty="0" smtClean="0"/>
                        <a:t>Focuses primarily on traffic-flow prediction and does not integrate accident, weather, and GPS analysis into one platform</a:t>
                      </a:r>
                      <a:endParaRPr lang="en-US" sz="1400" dirty="0">
                        <a:latin typeface="Times New Roman" pitchFamily="18" charset="0"/>
                        <a:cs typeface="Times New Roman" pitchFamily="18" charset="0"/>
                      </a:endParaRPr>
                    </a:p>
                  </a:txBody>
                  <a:tcPr/>
                </a:tc>
              </a:tr>
            </a:tbl>
          </a:graphicData>
        </a:graphic>
      </p:graphicFrame>
      <p:sp>
        <p:nvSpPr>
          <p:cNvPr id="6" name="Slide Number Placeholder 5"/>
          <p:cNvSpPr>
            <a:spLocks noGrp="1"/>
          </p:cNvSpPr>
          <p:nvPr>
            <p:ph type="sldNum" sz="quarter" idx="12"/>
          </p:nvPr>
        </p:nvSpPr>
        <p:spPr/>
        <p:txBody>
          <a:bodyPr/>
          <a:lstStyle/>
          <a:p>
            <a:fld id="{C1FF6DA9-008F-8B48-92A6-B652298478BF}" type="slidenum">
              <a:rPr lang="en-US" smtClean="0"/>
              <a:pPr/>
              <a:t>5</a:t>
            </a:fld>
            <a:endParaRPr lang="en-US"/>
          </a:p>
        </p:txBody>
      </p:sp>
      <p:pic>
        <p:nvPicPr>
          <p:cNvPr id="7" name="Picture 2" descr="Koneru Lakshmaiah Education Foundation, Bachupally Campus Courses ..."/>
          <p:cNvPicPr>
            <a:picLocks noChangeAspect="1" noChangeArrowheads="1"/>
          </p:cNvPicPr>
          <p:nvPr/>
        </p:nvPicPr>
        <p:blipFill>
          <a:blip r:embed="rId2"/>
          <a:srcRect/>
          <a:stretch>
            <a:fillRect/>
          </a:stretch>
        </p:blipFill>
        <p:spPr bwMode="auto">
          <a:xfrm>
            <a:off x="253218" y="64477"/>
            <a:ext cx="1364480" cy="962465"/>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BBF196E-8095-B0F4-EAE9-6446CC41918D}"/>
              </a:ext>
            </a:extLst>
          </p:cNvPr>
          <p:cNvSpPr>
            <a:spLocks noGrp="1"/>
          </p:cNvSpPr>
          <p:nvPr>
            <p:ph type="title"/>
          </p:nvPr>
        </p:nvSpPr>
        <p:spPr>
          <a:xfrm>
            <a:off x="457200" y="0"/>
            <a:ext cx="8229600" cy="1055077"/>
          </a:xfrm>
        </p:spPr>
        <p:txBody>
          <a:bodyPr>
            <a:normAutofit/>
          </a:bodyPr>
          <a:lstStyle/>
          <a:p>
            <a:r>
              <a:rPr lang="en-US" dirty="0" smtClean="0">
                <a:ea typeface="+mj-lt"/>
                <a:cs typeface="+mj-lt"/>
              </a:rPr>
              <a:t>       </a:t>
            </a:r>
            <a:r>
              <a:rPr lang="en-US" dirty="0" smtClean="0">
                <a:latin typeface="Times New Roman" pitchFamily="18" charset="0"/>
                <a:ea typeface="+mj-lt"/>
                <a:cs typeface="Times New Roman" pitchFamily="18" charset="0"/>
              </a:rPr>
              <a:t>Research </a:t>
            </a:r>
            <a:r>
              <a:rPr lang="en-US" dirty="0">
                <a:latin typeface="Times New Roman" pitchFamily="18" charset="0"/>
                <a:ea typeface="+mj-lt"/>
                <a:cs typeface="Times New Roman" pitchFamily="18" charset="0"/>
              </a:rPr>
              <a:t>Gap Identification</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xmlns="" id="{139CCF38-BCB4-791B-E5DD-8C29D697D54E}"/>
              </a:ext>
            </a:extLst>
          </p:cNvPr>
          <p:cNvSpPr>
            <a:spLocks noGrp="1"/>
          </p:cNvSpPr>
          <p:nvPr>
            <p:ph idx="1"/>
          </p:nvPr>
        </p:nvSpPr>
        <p:spPr>
          <a:xfrm>
            <a:off x="269217" y="1055077"/>
            <a:ext cx="8375529" cy="5480627"/>
          </a:xfrm>
        </p:spPr>
        <p:txBody>
          <a:bodyPr vert="horz" lIns="91440" tIns="45720" rIns="91440" bIns="45720" rtlCol="0" anchor="t">
            <a:noAutofit/>
          </a:bodyPr>
          <a:lstStyle/>
          <a:p>
            <a:pPr marL="285750" indent="-285750" algn="just">
              <a:buFont typeface="Arial"/>
              <a:buChar char="•"/>
            </a:pPr>
            <a:r>
              <a:rPr lang="en-US" sz="1800" b="1" dirty="0" smtClean="0">
                <a:latin typeface="Times New Roman" pitchFamily="18" charset="0"/>
                <a:cs typeface="Times New Roman" pitchFamily="18" charset="0"/>
              </a:rPr>
              <a:t>Fragmented Mobility Data:</a:t>
            </a:r>
            <a:r>
              <a:rPr lang="en-US" sz="1800" dirty="0" smtClean="0">
                <a:latin typeface="Times New Roman" pitchFamily="18" charset="0"/>
                <a:cs typeface="Times New Roman" pitchFamily="18" charset="0"/>
              </a:rPr>
              <a:t> Existing systems often analyze GPS, weather, traffic, and road accident data independently, making it difficult to obtain a comprehensive view of urban mobility. </a:t>
            </a:r>
            <a:endParaRPr lang="en-US" sz="1800" dirty="0" smtClean="0">
              <a:latin typeface="Times New Roman" pitchFamily="18" charset="0"/>
              <a:cs typeface="Times New Roman" pitchFamily="18" charset="0"/>
            </a:endParaRPr>
          </a:p>
          <a:p>
            <a:pPr marL="285750" indent="-285750" algn="just">
              <a:buFont typeface="Arial"/>
              <a:buChar char="•"/>
            </a:pPr>
            <a:r>
              <a:rPr lang="en-US" sz="1800" b="1" dirty="0" smtClean="0">
                <a:latin typeface="Times New Roman" pitchFamily="18" charset="0"/>
                <a:cs typeface="Times New Roman" pitchFamily="18" charset="0"/>
              </a:rPr>
              <a:t>Limited </a:t>
            </a:r>
            <a:r>
              <a:rPr lang="en-US" sz="1800" b="1" dirty="0" smtClean="0">
                <a:latin typeface="Times New Roman" pitchFamily="18" charset="0"/>
                <a:cs typeface="Times New Roman" pitchFamily="18" charset="0"/>
              </a:rPr>
              <a:t>Mobility &amp; Safety Analysis:</a:t>
            </a:r>
            <a:r>
              <a:rPr lang="en-US" sz="1800" dirty="0" smtClean="0">
                <a:latin typeface="Times New Roman" pitchFamily="18" charset="0"/>
                <a:cs typeface="Times New Roman" pitchFamily="18" charset="0"/>
              </a:rPr>
              <a:t> The combined effects of travel patterns, weather conditions, traffic conditions, and road factors on mobility and accident risks are not sufficiently analyzed</a:t>
            </a:r>
            <a:r>
              <a:rPr lang="en-US" sz="1800" dirty="0" smtClean="0">
                <a:latin typeface="Times New Roman" pitchFamily="18" charset="0"/>
                <a:cs typeface="Times New Roman" pitchFamily="18" charset="0"/>
              </a:rPr>
              <a:t>.</a:t>
            </a:r>
          </a:p>
          <a:p>
            <a:pPr marL="285750" indent="-285750" algn="just">
              <a:buFont typeface="Arial"/>
              <a:buChar char="•"/>
            </a:pPr>
            <a:r>
              <a:rPr lang="en-US" sz="1800" dirty="0" smtClean="0">
                <a:latin typeface="Times New Roman" pitchFamily="18" charset="0"/>
                <a:cs typeface="Times New Roman" pitchFamily="18" charset="0"/>
              </a:rPr>
              <a:t> </a:t>
            </a:r>
            <a:r>
              <a:rPr lang="en-US" sz="1800" b="1" dirty="0" smtClean="0">
                <a:latin typeface="Times New Roman" pitchFamily="18" charset="0"/>
                <a:cs typeface="Times New Roman" pitchFamily="18" charset="0"/>
              </a:rPr>
              <a:t>Limited Predictive Analysis:</a:t>
            </a:r>
            <a:r>
              <a:rPr lang="en-US" sz="1800" dirty="0" smtClean="0">
                <a:latin typeface="Times New Roman" pitchFamily="18" charset="0"/>
                <a:cs typeface="Times New Roman" pitchFamily="18" charset="0"/>
              </a:rPr>
              <a:t> Many existing systems mainly provide historical or descriptive analysis, with limited use of machine learning for predicting accident risks and comparing prediction performance</a:t>
            </a:r>
            <a:r>
              <a:rPr lang="en-US" sz="1800" dirty="0" smtClean="0">
                <a:latin typeface="Times New Roman" pitchFamily="18" charset="0"/>
                <a:cs typeface="Times New Roman" pitchFamily="18" charset="0"/>
              </a:rPr>
              <a:t>.</a:t>
            </a:r>
          </a:p>
          <a:p>
            <a:pPr marL="285750" indent="-285750" algn="just">
              <a:buFont typeface="Arial"/>
              <a:buChar char="•"/>
            </a:pPr>
            <a:r>
              <a:rPr lang="en-US" sz="1800" dirty="0" smtClean="0">
                <a:latin typeface="Times New Roman" pitchFamily="18" charset="0"/>
                <a:cs typeface="Times New Roman" pitchFamily="18" charset="0"/>
              </a:rPr>
              <a:t> </a:t>
            </a:r>
            <a:r>
              <a:rPr lang="en-US" sz="1800" b="1" dirty="0" smtClean="0">
                <a:latin typeface="Times New Roman" pitchFamily="18" charset="0"/>
                <a:cs typeface="Times New Roman" pitchFamily="18" charset="0"/>
              </a:rPr>
              <a:t>Limited Explainability:</a:t>
            </a:r>
            <a:r>
              <a:rPr lang="en-US" sz="1800" dirty="0" smtClean="0">
                <a:latin typeface="Times New Roman" pitchFamily="18" charset="0"/>
                <a:cs typeface="Times New Roman" pitchFamily="18" charset="0"/>
              </a:rPr>
              <a:t> Existing prediction models often provide accident-risk predictions without clearly explaining the factors that influence their results</a:t>
            </a:r>
            <a:r>
              <a:rPr lang="en-US" sz="1800" dirty="0" smtClean="0">
                <a:latin typeface="Times New Roman" pitchFamily="18" charset="0"/>
                <a:cs typeface="Times New Roman" pitchFamily="18" charset="0"/>
              </a:rPr>
              <a:t>.</a:t>
            </a:r>
          </a:p>
          <a:p>
            <a:pPr marL="285750" indent="-285750" algn="just">
              <a:buFont typeface="Arial"/>
              <a:buChar char="•"/>
            </a:pPr>
            <a:r>
              <a:rPr lang="en-US" sz="1800" dirty="0" smtClean="0">
                <a:latin typeface="Times New Roman" pitchFamily="18" charset="0"/>
                <a:cs typeface="Times New Roman" pitchFamily="18" charset="0"/>
              </a:rPr>
              <a:t> </a:t>
            </a:r>
            <a:r>
              <a:rPr lang="en-US" sz="1800" b="1" dirty="0" smtClean="0">
                <a:latin typeface="Times New Roman" pitchFamily="18" charset="0"/>
                <a:cs typeface="Times New Roman" pitchFamily="18" charset="0"/>
              </a:rPr>
              <a:t>Limited Integrated Visualization:</a:t>
            </a:r>
            <a:r>
              <a:rPr lang="en-US" sz="1800" dirty="0" smtClean="0">
                <a:latin typeface="Times New Roman" pitchFamily="18" charset="0"/>
                <a:cs typeface="Times New Roman" pitchFamily="18" charset="0"/>
              </a:rPr>
              <a:t> Existing solutions often lack a unified platform that combines mobility analysis, accident-risk prediction, geospatial visualization, and analytical reports</a:t>
            </a:r>
            <a:r>
              <a:rPr lang="en-US" sz="1800" dirty="0" smtClean="0">
                <a:latin typeface="Times New Roman" pitchFamily="18" charset="0"/>
                <a:cs typeface="Times New Roman" pitchFamily="18" charset="0"/>
              </a:rPr>
              <a:t>.</a:t>
            </a:r>
          </a:p>
          <a:p>
            <a:pPr marL="285750" indent="-285750" algn="just">
              <a:buFont typeface="Arial"/>
              <a:buChar char="•"/>
            </a:pPr>
            <a:r>
              <a:rPr lang="en-US" sz="1800" b="1" dirty="0" smtClean="0">
                <a:latin typeface="Times New Roman" pitchFamily="18" charset="0"/>
                <a:cs typeface="Times New Roman" pitchFamily="18" charset="0"/>
              </a:rPr>
              <a:t>Limited Real-Time Mobility Insights:</a:t>
            </a:r>
            <a:r>
              <a:rPr lang="en-US" sz="1800" dirty="0" smtClean="0">
                <a:latin typeface="Times New Roman" pitchFamily="18" charset="0"/>
                <a:cs typeface="Times New Roman" pitchFamily="18" charset="0"/>
              </a:rPr>
              <a:t> Many existing systems rely on static or historical datasets and provide limited scope for dynamic mobility monitoring and real-time transportation insights.</a:t>
            </a:r>
            <a:endParaRPr lang="en-US" sz="1800" dirty="0">
              <a:latin typeface="Times New Roman" pitchFamily="18" charset="0"/>
              <a:cs typeface="Times New Roman" pitchFamily="18" charset="0"/>
            </a:endParaRPr>
          </a:p>
        </p:txBody>
      </p:sp>
      <p:sp>
        <p:nvSpPr>
          <p:cNvPr id="6" name="Slide Number Placeholder 5">
            <a:extLst>
              <a:ext uri="{FF2B5EF4-FFF2-40B4-BE49-F238E27FC236}">
                <a16:creationId xmlns:a16="http://schemas.microsoft.com/office/drawing/2014/main" xmlns="" id="{CDAD0039-EB6D-91C8-B25F-42E9B0CB9F04}"/>
              </a:ext>
            </a:extLst>
          </p:cNvPr>
          <p:cNvSpPr>
            <a:spLocks noGrp="1"/>
          </p:cNvSpPr>
          <p:nvPr>
            <p:ph type="sldNum" sz="quarter" idx="12"/>
          </p:nvPr>
        </p:nvSpPr>
        <p:spPr/>
        <p:txBody>
          <a:bodyPr/>
          <a:lstStyle/>
          <a:p>
            <a:fld id="{C1FF6DA9-008F-8B48-92A6-B652298478BF}" type="slidenum">
              <a:rPr lang="en-US" smtClean="0"/>
              <a:pPr/>
              <a:t>6</a:t>
            </a:fld>
            <a:endParaRPr lang="en-US"/>
          </a:p>
        </p:txBody>
      </p:sp>
      <p:pic>
        <p:nvPicPr>
          <p:cNvPr id="17410" name="Picture 2" descr="Koneru Lakshmaiah Education Foundation, Bachupally Campus Courses ..."/>
          <p:cNvPicPr>
            <a:picLocks noChangeAspect="1" noChangeArrowheads="1"/>
          </p:cNvPicPr>
          <p:nvPr/>
        </p:nvPicPr>
        <p:blipFill>
          <a:blip r:embed="rId2"/>
          <a:srcRect/>
          <a:stretch>
            <a:fillRect/>
          </a:stretch>
        </p:blipFill>
        <p:spPr bwMode="auto">
          <a:xfrm>
            <a:off x="269216" y="0"/>
            <a:ext cx="1306365" cy="1055077"/>
          </a:xfrm>
          <a:prstGeom prst="rect">
            <a:avLst/>
          </a:prstGeom>
          <a:noFill/>
        </p:spPr>
      </p:pic>
    </p:spTree>
    <p:extLst>
      <p:ext uri="{BB962C8B-B14F-4D97-AF65-F5344CB8AC3E}">
        <p14:creationId xmlns:p14="http://schemas.microsoft.com/office/powerpoint/2010/main" xmlns="" val="9425986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357F983-35CD-4B5C-3D0B-E03E320D4E78}"/>
              </a:ext>
            </a:extLst>
          </p:cNvPr>
          <p:cNvSpPr>
            <a:spLocks noGrp="1"/>
          </p:cNvSpPr>
          <p:nvPr>
            <p:ph type="title"/>
          </p:nvPr>
        </p:nvSpPr>
        <p:spPr/>
        <p:txBody>
          <a:bodyPr/>
          <a:lstStyle/>
          <a:p>
            <a:r>
              <a:rPr lang="en-US" dirty="0">
                <a:latin typeface="Times New Roman" pitchFamily="18" charset="0"/>
                <a:cs typeface="Times New Roman" pitchFamily="18" charset="0"/>
              </a:rPr>
              <a:t>I</a:t>
            </a:r>
            <a:r>
              <a:rPr lang="en-US" dirty="0" smtClean="0">
                <a:latin typeface="Times New Roman" pitchFamily="18" charset="0"/>
                <a:cs typeface="Times New Roman" pitchFamily="18" charset="0"/>
              </a:rPr>
              <a:t>nnovation</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xmlns="" id="{B3DE0C50-D25A-54F8-27AF-BF16209A070E}"/>
              </a:ext>
            </a:extLst>
          </p:cNvPr>
          <p:cNvSpPr>
            <a:spLocks noGrp="1"/>
          </p:cNvSpPr>
          <p:nvPr>
            <p:ph idx="1"/>
          </p:nvPr>
        </p:nvSpPr>
        <p:spPr>
          <a:xfrm>
            <a:off x="254839" y="1417638"/>
            <a:ext cx="8605567" cy="5118066"/>
          </a:xfrm>
        </p:spPr>
        <p:txBody>
          <a:bodyPr vert="horz" lIns="91440" tIns="45720" rIns="91440" bIns="45720" rtlCol="0" anchor="t">
            <a:noAutofit/>
          </a:bodyPr>
          <a:lstStyle/>
          <a:p>
            <a:pPr marL="285750" indent="-285750" algn="just">
              <a:buFont typeface="Arial"/>
              <a:buChar char="•"/>
            </a:pPr>
            <a:r>
              <a:rPr lang="en-US" sz="2000" b="1" dirty="0">
                <a:latin typeface="Times New Roman" pitchFamily="18" charset="0"/>
                <a:ea typeface="+mn-lt"/>
                <a:cs typeface="Times New Roman" pitchFamily="18" charset="0"/>
              </a:rPr>
              <a:t>Multi-Source Urban Mobility Integration:</a:t>
            </a:r>
            <a:r>
              <a:rPr lang="en-US" sz="2000" dirty="0">
                <a:latin typeface="Times New Roman" pitchFamily="18" charset="0"/>
                <a:ea typeface="+mn-lt"/>
                <a:cs typeface="Times New Roman" pitchFamily="18" charset="0"/>
              </a:rPr>
              <a:t> Combines GPS trajectory, weather, traffic, and accident data in a unified analytics platform. </a:t>
            </a:r>
            <a:endParaRPr lang="en-US" sz="2000" dirty="0">
              <a:latin typeface="Times New Roman" pitchFamily="18" charset="0"/>
              <a:cs typeface="Times New Roman" pitchFamily="18" charset="0"/>
            </a:endParaRPr>
          </a:p>
          <a:p>
            <a:pPr marL="285750" indent="-285750" algn="just">
              <a:buFont typeface="Arial"/>
              <a:buChar char="•"/>
            </a:pPr>
            <a:r>
              <a:rPr lang="en-US" sz="2000" b="1" dirty="0">
                <a:latin typeface="Times New Roman" pitchFamily="18" charset="0"/>
                <a:ea typeface="+mn-lt"/>
                <a:cs typeface="Times New Roman" pitchFamily="18" charset="0"/>
              </a:rPr>
              <a:t>AI-Based Accident Risk Prediction:</a:t>
            </a:r>
            <a:r>
              <a:rPr lang="en-US" sz="2000" dirty="0">
                <a:latin typeface="Times New Roman" pitchFamily="18" charset="0"/>
                <a:ea typeface="+mn-lt"/>
                <a:cs typeface="Times New Roman" pitchFamily="18" charset="0"/>
              </a:rPr>
              <a:t> Uses Decision Tree, Random Forest, </a:t>
            </a:r>
            <a:r>
              <a:rPr lang="en-US" sz="2000" dirty="0" smtClean="0">
                <a:latin typeface="Times New Roman" pitchFamily="18" charset="0"/>
                <a:ea typeface="+mn-lt"/>
                <a:cs typeface="Times New Roman" pitchFamily="18" charset="0"/>
              </a:rPr>
              <a:t>XG Boost</a:t>
            </a:r>
            <a:r>
              <a:rPr lang="en-US" sz="2000" dirty="0">
                <a:latin typeface="Times New Roman" pitchFamily="18" charset="0"/>
                <a:ea typeface="+mn-lt"/>
                <a:cs typeface="Times New Roman" pitchFamily="18" charset="0"/>
              </a:rPr>
              <a:t>, and Logistic Regression to identify accident-risk patterns. </a:t>
            </a:r>
            <a:endParaRPr lang="en-US" sz="2000" dirty="0">
              <a:latin typeface="Times New Roman" pitchFamily="18" charset="0"/>
              <a:cs typeface="Times New Roman" pitchFamily="18" charset="0"/>
            </a:endParaRPr>
          </a:p>
          <a:p>
            <a:pPr marL="285750" indent="-285750" algn="just">
              <a:buFont typeface="Arial"/>
              <a:buChar char="•"/>
            </a:pPr>
            <a:r>
              <a:rPr lang="en-US" sz="2000" b="1" dirty="0">
                <a:latin typeface="Times New Roman" pitchFamily="18" charset="0"/>
                <a:ea typeface="+mn-lt"/>
                <a:cs typeface="Times New Roman" pitchFamily="18" charset="0"/>
              </a:rPr>
              <a:t>Explainable AI:</a:t>
            </a:r>
            <a:r>
              <a:rPr lang="en-US" sz="2000" dirty="0">
                <a:latin typeface="Times New Roman" pitchFamily="18" charset="0"/>
                <a:ea typeface="+mn-lt"/>
                <a:cs typeface="Times New Roman" pitchFamily="18" charset="0"/>
              </a:rPr>
              <a:t> Uses SHAP and LIME to explain why the models predict a particular accident risk. </a:t>
            </a:r>
            <a:endParaRPr lang="en-US" sz="2000" dirty="0">
              <a:latin typeface="Times New Roman" pitchFamily="18" charset="0"/>
              <a:cs typeface="Times New Roman" pitchFamily="18" charset="0"/>
            </a:endParaRPr>
          </a:p>
          <a:p>
            <a:pPr marL="285750" indent="-285750" algn="just">
              <a:buFont typeface="Arial"/>
              <a:buChar char="•"/>
            </a:pPr>
            <a:r>
              <a:rPr lang="en-US" sz="2000" b="1" dirty="0">
                <a:latin typeface="Times New Roman" pitchFamily="18" charset="0"/>
                <a:ea typeface="+mn-lt"/>
                <a:cs typeface="Times New Roman" pitchFamily="18" charset="0"/>
              </a:rPr>
              <a:t>Geospatial Mobility Insights:</a:t>
            </a:r>
            <a:r>
              <a:rPr lang="en-US" sz="2000" dirty="0">
                <a:latin typeface="Times New Roman" pitchFamily="18" charset="0"/>
                <a:ea typeface="+mn-lt"/>
                <a:cs typeface="Times New Roman" pitchFamily="18" charset="0"/>
              </a:rPr>
              <a:t> Uses GPS coordinates to visualize routes, mobility patterns, and accident hotspots on interactive maps. </a:t>
            </a:r>
            <a:endParaRPr lang="en-US" sz="2000" dirty="0">
              <a:latin typeface="Times New Roman" pitchFamily="18" charset="0"/>
              <a:cs typeface="Times New Roman" pitchFamily="18" charset="0"/>
            </a:endParaRPr>
          </a:p>
          <a:p>
            <a:pPr marL="285750" indent="-285750" algn="just">
              <a:buFont typeface="Arial"/>
              <a:buChar char="•"/>
            </a:pPr>
            <a:r>
              <a:rPr lang="en-US" sz="2000" b="1" dirty="0">
                <a:latin typeface="Times New Roman" pitchFamily="18" charset="0"/>
                <a:ea typeface="+mn-lt"/>
                <a:cs typeface="Times New Roman" pitchFamily="18" charset="0"/>
              </a:rPr>
              <a:t>Integrated Intelligent Dashboard:</a:t>
            </a:r>
            <a:r>
              <a:rPr lang="en-US" sz="2000" dirty="0">
                <a:latin typeface="Times New Roman" pitchFamily="18" charset="0"/>
                <a:ea typeface="+mn-lt"/>
                <a:cs typeface="Times New Roman" pitchFamily="18" charset="0"/>
              </a:rPr>
              <a:t> Combines mobility analytics, weather impact, accident analysis, predictions, and visual reports in one dashboard. </a:t>
            </a:r>
            <a:endParaRPr lang="en-US" sz="2000" dirty="0">
              <a:latin typeface="Times New Roman" pitchFamily="18" charset="0"/>
              <a:cs typeface="Times New Roman" pitchFamily="18" charset="0"/>
            </a:endParaRPr>
          </a:p>
          <a:p>
            <a:pPr marL="285750" indent="-285750" algn="just">
              <a:buFont typeface="Arial"/>
              <a:buChar char="•"/>
            </a:pPr>
            <a:r>
              <a:rPr lang="en-US" sz="2000" b="1" dirty="0">
                <a:latin typeface="Times New Roman" pitchFamily="18" charset="0"/>
                <a:ea typeface="+mn-lt"/>
                <a:cs typeface="Times New Roman" pitchFamily="18" charset="0"/>
              </a:rPr>
              <a:t>Future-Ready Architecture:</a:t>
            </a:r>
            <a:r>
              <a:rPr lang="en-US" sz="2000" dirty="0">
                <a:latin typeface="Times New Roman" pitchFamily="18" charset="0"/>
                <a:ea typeface="+mn-lt"/>
                <a:cs typeface="Times New Roman" pitchFamily="18" charset="0"/>
              </a:rPr>
              <a:t> Can be extended with real-time GPS, live traffic data, smart route recommendations, cloud deployment, and mobile applications.</a:t>
            </a:r>
            <a:endParaRPr lang="en-US" sz="2000" dirty="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p:txBody>
      </p:sp>
      <p:sp>
        <p:nvSpPr>
          <p:cNvPr id="6" name="Slide Number Placeholder 5">
            <a:extLst>
              <a:ext uri="{FF2B5EF4-FFF2-40B4-BE49-F238E27FC236}">
                <a16:creationId xmlns:a16="http://schemas.microsoft.com/office/drawing/2014/main" xmlns="" id="{8589991A-3344-1A9F-A582-2EA30580B665}"/>
              </a:ext>
            </a:extLst>
          </p:cNvPr>
          <p:cNvSpPr>
            <a:spLocks noGrp="1"/>
          </p:cNvSpPr>
          <p:nvPr>
            <p:ph type="sldNum" sz="quarter" idx="12"/>
          </p:nvPr>
        </p:nvSpPr>
        <p:spPr/>
        <p:txBody>
          <a:bodyPr/>
          <a:lstStyle/>
          <a:p>
            <a:fld id="{C1FF6DA9-008F-8B48-92A6-B652298478BF}" type="slidenum">
              <a:rPr lang="en-US" smtClean="0"/>
              <a:pPr/>
              <a:t>7</a:t>
            </a:fld>
            <a:endParaRPr lang="en-US"/>
          </a:p>
        </p:txBody>
      </p:sp>
      <p:pic>
        <p:nvPicPr>
          <p:cNvPr id="16386" name="Picture 2" descr="Koneru Lakshmaiah Education Foundation, Bachupally Campus Courses ..."/>
          <p:cNvPicPr>
            <a:picLocks noChangeAspect="1" noChangeArrowheads="1"/>
          </p:cNvPicPr>
          <p:nvPr/>
        </p:nvPicPr>
        <p:blipFill>
          <a:blip r:embed="rId2"/>
          <a:srcRect/>
          <a:stretch>
            <a:fillRect/>
          </a:stretch>
        </p:blipFill>
        <p:spPr bwMode="auto">
          <a:xfrm>
            <a:off x="155575" y="0"/>
            <a:ext cx="1504413" cy="1470222"/>
          </a:xfrm>
          <a:prstGeom prst="rect">
            <a:avLst/>
          </a:prstGeom>
          <a:noFill/>
        </p:spPr>
      </p:pic>
    </p:spTree>
    <p:extLst>
      <p:ext uri="{BB962C8B-B14F-4D97-AF65-F5344CB8AC3E}">
        <p14:creationId xmlns:p14="http://schemas.microsoft.com/office/powerpoint/2010/main" xmlns="" val="14858869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A7DB552-15D5-662F-8B95-0D5B867CE7E3}"/>
              </a:ext>
            </a:extLst>
          </p:cNvPr>
          <p:cNvSpPr>
            <a:spLocks noGrp="1"/>
          </p:cNvSpPr>
          <p:nvPr>
            <p:ph type="title"/>
          </p:nvPr>
        </p:nvSpPr>
        <p:spPr/>
        <p:txBody>
          <a:bodyPr/>
          <a:lstStyle/>
          <a:p>
            <a:pPr algn="ctr"/>
            <a:endParaRPr lang="en-US" sz="2400" b="1" dirty="0">
              <a:latin typeface="Calibri"/>
              <a:ea typeface="Calibri"/>
              <a:cs typeface="Calibri"/>
            </a:endParaRPr>
          </a:p>
          <a:p>
            <a:r>
              <a:rPr lang="en-US" dirty="0">
                <a:latin typeface="Times New Roman" pitchFamily="18" charset="0"/>
                <a:cs typeface="Times New Roman" pitchFamily="18" charset="0"/>
              </a:rPr>
              <a:t>F</a:t>
            </a:r>
            <a:r>
              <a:rPr lang="en-US" dirty="0" smtClean="0">
                <a:latin typeface="Times New Roman" pitchFamily="18" charset="0"/>
                <a:cs typeface="Times New Roman" pitchFamily="18" charset="0"/>
              </a:rPr>
              <a:t>easibility</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xmlns="" id="{EDB0A8BE-2227-4661-0054-3194C8F7F63A}"/>
              </a:ext>
            </a:extLst>
          </p:cNvPr>
          <p:cNvSpPr>
            <a:spLocks noGrp="1"/>
          </p:cNvSpPr>
          <p:nvPr>
            <p:ph idx="1"/>
          </p:nvPr>
        </p:nvSpPr>
        <p:spPr>
          <a:xfrm>
            <a:off x="254839" y="1841097"/>
            <a:ext cx="8605567" cy="4867135"/>
          </a:xfrm>
        </p:spPr>
        <p:txBody>
          <a:bodyPr vert="horz" lIns="91440" tIns="45720" rIns="91440" bIns="45720" rtlCol="0" anchor="t">
            <a:noAutofit/>
          </a:bodyPr>
          <a:lstStyle/>
          <a:p>
            <a:pPr algn="just">
              <a:buFont typeface="Arial"/>
              <a:buChar char="•"/>
            </a:pPr>
            <a:r>
              <a:rPr lang="en-US" sz="2000" b="1" dirty="0">
                <a:latin typeface="Times New Roman" pitchFamily="18" charset="0"/>
                <a:ea typeface="+mn-lt"/>
                <a:cs typeface="Times New Roman" pitchFamily="18" charset="0"/>
              </a:rPr>
              <a:t>Data Availability:</a:t>
            </a:r>
            <a:r>
              <a:rPr lang="en-US" sz="2000" dirty="0">
                <a:latin typeface="Times New Roman" pitchFamily="18" charset="0"/>
                <a:ea typeface="+mn-lt"/>
                <a:cs typeface="Times New Roman" pitchFamily="18" charset="0"/>
              </a:rPr>
              <a:t> Required datasets are publicly available. </a:t>
            </a:r>
            <a:endParaRPr lang="en-US" sz="2000" dirty="0">
              <a:latin typeface="Times New Roman" pitchFamily="18" charset="0"/>
              <a:cs typeface="Times New Roman" pitchFamily="18" charset="0"/>
            </a:endParaRPr>
          </a:p>
          <a:p>
            <a:pPr algn="just">
              <a:buFont typeface="Arial"/>
              <a:buChar char="•"/>
            </a:pPr>
            <a:r>
              <a:rPr lang="en-US" sz="2000" b="1" dirty="0">
                <a:latin typeface="Times New Roman" pitchFamily="18" charset="0"/>
                <a:ea typeface="+mn-lt"/>
                <a:cs typeface="Times New Roman" pitchFamily="18" charset="0"/>
              </a:rPr>
              <a:t>Technical Feasibility:</a:t>
            </a:r>
            <a:r>
              <a:rPr lang="en-US" sz="2000" dirty="0">
                <a:latin typeface="Times New Roman" pitchFamily="18" charset="0"/>
                <a:ea typeface="+mn-lt"/>
                <a:cs typeface="Times New Roman" pitchFamily="18" charset="0"/>
              </a:rPr>
              <a:t> Can be developed using Python, Pandas, Scikit-learn, </a:t>
            </a:r>
            <a:r>
              <a:rPr lang="en-US" sz="2000" dirty="0" smtClean="0">
                <a:latin typeface="Times New Roman" pitchFamily="18" charset="0"/>
                <a:ea typeface="+mn-lt"/>
                <a:cs typeface="Times New Roman" pitchFamily="18" charset="0"/>
              </a:rPr>
              <a:t>XG Boost</a:t>
            </a:r>
            <a:r>
              <a:rPr lang="en-US" sz="2000" dirty="0">
                <a:latin typeface="Times New Roman" pitchFamily="18" charset="0"/>
                <a:ea typeface="+mn-lt"/>
                <a:cs typeface="Times New Roman" pitchFamily="18" charset="0"/>
              </a:rPr>
              <a:t>, SHAP, and LIME. </a:t>
            </a:r>
            <a:endParaRPr lang="en-US" sz="3600" dirty="0">
              <a:latin typeface="Times New Roman" pitchFamily="18" charset="0"/>
              <a:cs typeface="Times New Roman" pitchFamily="18" charset="0"/>
            </a:endParaRPr>
          </a:p>
          <a:p>
            <a:pPr algn="just">
              <a:buFont typeface="Arial"/>
              <a:buChar char="•"/>
            </a:pPr>
            <a:r>
              <a:rPr lang="en-US" sz="2000" b="1" dirty="0">
                <a:latin typeface="Times New Roman" pitchFamily="18" charset="0"/>
                <a:ea typeface="+mn-lt"/>
                <a:cs typeface="Times New Roman" pitchFamily="18" charset="0"/>
              </a:rPr>
              <a:t>Computational Feasibility:</a:t>
            </a:r>
            <a:r>
              <a:rPr lang="en-US" sz="2000" dirty="0">
                <a:latin typeface="Times New Roman" pitchFamily="18" charset="0"/>
                <a:ea typeface="+mn-lt"/>
                <a:cs typeface="Times New Roman" pitchFamily="18" charset="0"/>
              </a:rPr>
              <a:t> Models can run on a standard laptop. </a:t>
            </a:r>
            <a:endParaRPr lang="en-US" sz="3600" dirty="0">
              <a:latin typeface="Times New Roman" pitchFamily="18" charset="0"/>
              <a:cs typeface="Times New Roman" pitchFamily="18" charset="0"/>
            </a:endParaRPr>
          </a:p>
          <a:p>
            <a:pPr algn="just">
              <a:buFont typeface="Arial"/>
              <a:buChar char="•"/>
            </a:pPr>
            <a:r>
              <a:rPr lang="en-US" sz="2000" b="1" dirty="0">
                <a:latin typeface="Times New Roman" pitchFamily="18" charset="0"/>
                <a:ea typeface="+mn-lt"/>
                <a:cs typeface="Times New Roman" pitchFamily="18" charset="0"/>
              </a:rPr>
              <a:t>Integration Feasibility:</a:t>
            </a:r>
            <a:r>
              <a:rPr lang="en-US" sz="2000" dirty="0">
                <a:latin typeface="Times New Roman" pitchFamily="18" charset="0"/>
                <a:ea typeface="+mn-lt"/>
                <a:cs typeface="Times New Roman" pitchFamily="18" charset="0"/>
              </a:rPr>
              <a:t> GPS, weather, and accident data can be integrated for unified analysis. </a:t>
            </a:r>
            <a:endParaRPr lang="en-US" sz="3600" dirty="0">
              <a:latin typeface="Times New Roman" pitchFamily="18" charset="0"/>
              <a:cs typeface="Times New Roman" pitchFamily="18" charset="0"/>
            </a:endParaRPr>
          </a:p>
          <a:p>
            <a:pPr algn="just">
              <a:buFont typeface="Arial"/>
              <a:buChar char="•"/>
            </a:pPr>
            <a:r>
              <a:rPr lang="en-US" sz="2000" b="1" dirty="0">
                <a:latin typeface="Times New Roman" pitchFamily="18" charset="0"/>
                <a:ea typeface="+mn-lt"/>
                <a:cs typeface="Times New Roman" pitchFamily="18" charset="0"/>
              </a:rPr>
              <a:t>Implementation Feasibility:</a:t>
            </a:r>
            <a:r>
              <a:rPr lang="en-US" sz="2000" dirty="0">
                <a:latin typeface="Times New Roman" pitchFamily="18" charset="0"/>
                <a:ea typeface="+mn-lt"/>
                <a:cs typeface="Times New Roman" pitchFamily="18" charset="0"/>
              </a:rPr>
              <a:t> Can be developed step-by-step from data processing → ML → dashboard. </a:t>
            </a:r>
            <a:endParaRPr lang="en-US" sz="3600" dirty="0">
              <a:latin typeface="Times New Roman" pitchFamily="18" charset="0"/>
              <a:cs typeface="Times New Roman" pitchFamily="18" charset="0"/>
            </a:endParaRPr>
          </a:p>
          <a:p>
            <a:pPr algn="just">
              <a:buFont typeface="Arial"/>
              <a:buChar char="•"/>
            </a:pPr>
            <a:r>
              <a:rPr lang="en-US" sz="2000" b="1" dirty="0">
                <a:latin typeface="Times New Roman" pitchFamily="18" charset="0"/>
                <a:ea typeface="+mn-lt"/>
                <a:cs typeface="Times New Roman" pitchFamily="18" charset="0"/>
              </a:rPr>
              <a:t>Future Feasibility:</a:t>
            </a:r>
            <a:r>
              <a:rPr lang="en-US" sz="2000" dirty="0">
                <a:latin typeface="Times New Roman" pitchFamily="18" charset="0"/>
                <a:ea typeface="+mn-lt"/>
                <a:cs typeface="Times New Roman" pitchFamily="18" charset="0"/>
              </a:rPr>
              <a:t> Can be extended with real-time GPS, live traffic, smart routes, cloud, and mobile applications. </a:t>
            </a:r>
            <a:endParaRPr lang="en-US" sz="3600" dirty="0">
              <a:latin typeface="Times New Roman" pitchFamily="18" charset="0"/>
              <a:cs typeface="Times New Roman" pitchFamily="18" charset="0"/>
            </a:endParaRPr>
          </a:p>
          <a:p>
            <a:pPr marL="285750" indent="-285750" algn="just">
              <a:buFont typeface="Arial"/>
              <a:buChar char="•"/>
            </a:pPr>
            <a:endParaRPr lang="en-US" sz="2000" dirty="0"/>
          </a:p>
        </p:txBody>
      </p:sp>
      <p:sp>
        <p:nvSpPr>
          <p:cNvPr id="6" name="Slide Number Placeholder 5">
            <a:extLst>
              <a:ext uri="{FF2B5EF4-FFF2-40B4-BE49-F238E27FC236}">
                <a16:creationId xmlns:a16="http://schemas.microsoft.com/office/drawing/2014/main" xmlns="" id="{0BF297A6-191A-FE66-1A37-6EAAD85B640E}"/>
              </a:ext>
            </a:extLst>
          </p:cNvPr>
          <p:cNvSpPr>
            <a:spLocks noGrp="1"/>
          </p:cNvSpPr>
          <p:nvPr>
            <p:ph type="sldNum" sz="quarter" idx="12"/>
          </p:nvPr>
        </p:nvSpPr>
        <p:spPr/>
        <p:txBody>
          <a:bodyPr/>
          <a:lstStyle/>
          <a:p>
            <a:fld id="{C1FF6DA9-008F-8B48-92A6-B652298478BF}" type="slidenum">
              <a:rPr lang="en-US" smtClean="0"/>
              <a:pPr/>
              <a:t>8</a:t>
            </a:fld>
            <a:endParaRPr lang="en-US"/>
          </a:p>
        </p:txBody>
      </p:sp>
      <p:pic>
        <p:nvPicPr>
          <p:cNvPr id="15362" name="Picture 2" descr="Koneru Lakshmaiah Education Foundation, Bachupally Campus Courses ..."/>
          <p:cNvPicPr>
            <a:picLocks noChangeAspect="1" noChangeArrowheads="1"/>
          </p:cNvPicPr>
          <p:nvPr/>
        </p:nvPicPr>
        <p:blipFill>
          <a:blip r:embed="rId2"/>
          <a:srcRect/>
          <a:stretch>
            <a:fillRect/>
          </a:stretch>
        </p:blipFill>
        <p:spPr bwMode="auto">
          <a:xfrm>
            <a:off x="155575" y="274638"/>
            <a:ext cx="1602887" cy="1566459"/>
          </a:xfrm>
          <a:prstGeom prst="rect">
            <a:avLst/>
          </a:prstGeom>
          <a:noFill/>
        </p:spPr>
      </p:pic>
    </p:spTree>
    <p:extLst>
      <p:ext uri="{BB962C8B-B14F-4D97-AF65-F5344CB8AC3E}">
        <p14:creationId xmlns:p14="http://schemas.microsoft.com/office/powerpoint/2010/main" xmlns="" val="1956543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B7EFA41-954B-A483-D86E-ECB658739CC5}"/>
              </a:ext>
            </a:extLst>
          </p:cNvPr>
          <p:cNvSpPr>
            <a:spLocks noGrp="1"/>
          </p:cNvSpPr>
          <p:nvPr>
            <p:ph type="title"/>
          </p:nvPr>
        </p:nvSpPr>
        <p:spPr>
          <a:xfrm>
            <a:off x="628650" y="584991"/>
            <a:ext cx="7886700" cy="915528"/>
          </a:xfrm>
        </p:spPr>
        <p:txBody>
          <a:bodyPr/>
          <a:lstStyle/>
          <a:p>
            <a:r>
              <a:rPr lang="en-US" dirty="0">
                <a:latin typeface="Times New Roman" pitchFamily="18" charset="0"/>
                <a:cs typeface="Times New Roman" pitchFamily="18" charset="0"/>
              </a:rPr>
              <a:t>Project plan</a:t>
            </a:r>
          </a:p>
        </p:txBody>
      </p:sp>
      <p:sp>
        <p:nvSpPr>
          <p:cNvPr id="3" name="Content Placeholder 2">
            <a:extLst>
              <a:ext uri="{FF2B5EF4-FFF2-40B4-BE49-F238E27FC236}">
                <a16:creationId xmlns:a16="http://schemas.microsoft.com/office/drawing/2014/main" xmlns="" id="{F5ACAE27-FDF3-8D47-45CB-E7EA6E291FF9}"/>
              </a:ext>
            </a:extLst>
          </p:cNvPr>
          <p:cNvSpPr>
            <a:spLocks noGrp="1"/>
          </p:cNvSpPr>
          <p:nvPr>
            <p:ph idx="1"/>
          </p:nvPr>
        </p:nvSpPr>
        <p:spPr>
          <a:xfrm>
            <a:off x="211707" y="2047093"/>
            <a:ext cx="8648698" cy="4948687"/>
          </a:xfrm>
        </p:spPr>
        <p:txBody>
          <a:bodyPr vert="horz" lIns="91440" tIns="45720" rIns="91440" bIns="45720" rtlCol="0" anchor="t">
            <a:noAutofit/>
          </a:bodyPr>
          <a:lstStyle/>
          <a:p>
            <a:pPr algn="just">
              <a:buFont typeface="Arial"/>
              <a:buChar char="•"/>
            </a:pPr>
            <a:r>
              <a:rPr lang="en-US" sz="2000" b="1" dirty="0">
                <a:latin typeface="Times New Roman" pitchFamily="18" charset="0"/>
                <a:ea typeface="+mn-lt"/>
                <a:cs typeface="Times New Roman" pitchFamily="18" charset="0"/>
              </a:rPr>
              <a:t>Phase 1 – Data Preparation:</a:t>
            </a:r>
            <a:r>
              <a:rPr lang="en-US" sz="2000" dirty="0">
                <a:latin typeface="Times New Roman" pitchFamily="18" charset="0"/>
                <a:ea typeface="+mn-lt"/>
                <a:cs typeface="Times New Roman" pitchFamily="18" charset="0"/>
              </a:rPr>
              <a:t> Collect datasets, clean, integrate, handle missing values and perform EDA. </a:t>
            </a:r>
            <a:endParaRPr lang="en-US" sz="2000" dirty="0">
              <a:latin typeface="Times New Roman" pitchFamily="18" charset="0"/>
              <a:cs typeface="Times New Roman" pitchFamily="18" charset="0"/>
            </a:endParaRPr>
          </a:p>
          <a:p>
            <a:pPr algn="just">
              <a:buFont typeface="Arial"/>
              <a:buChar char="•"/>
            </a:pPr>
            <a:r>
              <a:rPr lang="en-US" sz="2000" b="1" dirty="0">
                <a:latin typeface="Times New Roman" pitchFamily="18" charset="0"/>
                <a:ea typeface="+mn-lt"/>
                <a:cs typeface="Times New Roman" pitchFamily="18" charset="0"/>
              </a:rPr>
              <a:t>Phase 2 – Feature &amp; Predictive Analytics:</a:t>
            </a:r>
            <a:r>
              <a:rPr lang="en-US" sz="2000" dirty="0">
                <a:latin typeface="Times New Roman" pitchFamily="18" charset="0"/>
                <a:ea typeface="+mn-lt"/>
                <a:cs typeface="Times New Roman" pitchFamily="18" charset="0"/>
              </a:rPr>
              <a:t> Create mobility features and develop Decision Tree, Random Forest, </a:t>
            </a:r>
            <a:r>
              <a:rPr lang="en-US" sz="2000" dirty="0" err="1">
                <a:latin typeface="Times New Roman" pitchFamily="18" charset="0"/>
                <a:ea typeface="+mn-lt"/>
                <a:cs typeface="Times New Roman" pitchFamily="18" charset="0"/>
              </a:rPr>
              <a:t>XGBoost</a:t>
            </a:r>
            <a:r>
              <a:rPr lang="en-US" sz="2000" dirty="0">
                <a:latin typeface="Times New Roman" pitchFamily="18" charset="0"/>
                <a:ea typeface="+mn-lt"/>
                <a:cs typeface="Times New Roman" pitchFamily="18" charset="0"/>
              </a:rPr>
              <a:t>, and Logistic </a:t>
            </a:r>
            <a:r>
              <a:rPr lang="en-US" sz="2000" dirty="0" smtClean="0">
                <a:latin typeface="Times New Roman" pitchFamily="18" charset="0"/>
                <a:ea typeface="+mn-lt"/>
                <a:cs typeface="Times New Roman" pitchFamily="18" charset="0"/>
              </a:rPr>
              <a:t>Regression </a:t>
            </a:r>
            <a:r>
              <a:rPr lang="en-US" sz="2000" dirty="0">
                <a:latin typeface="Times New Roman" pitchFamily="18" charset="0"/>
                <a:ea typeface="+mn-lt"/>
                <a:cs typeface="Times New Roman" pitchFamily="18" charset="0"/>
              </a:rPr>
              <a:t>models. </a:t>
            </a:r>
            <a:endParaRPr lang="en-US" sz="2000" dirty="0">
              <a:latin typeface="Times New Roman" pitchFamily="18" charset="0"/>
              <a:cs typeface="Times New Roman" pitchFamily="18" charset="0"/>
            </a:endParaRPr>
          </a:p>
          <a:p>
            <a:pPr algn="just">
              <a:buFont typeface="Arial"/>
              <a:buChar char="•"/>
            </a:pPr>
            <a:r>
              <a:rPr lang="en-US" sz="2000" b="1" dirty="0">
                <a:latin typeface="Times New Roman" pitchFamily="18" charset="0"/>
                <a:ea typeface="+mn-lt"/>
                <a:cs typeface="Times New Roman" pitchFamily="18" charset="0"/>
              </a:rPr>
              <a:t>Phase 3 – Explainable AI &amp; Visualization:</a:t>
            </a:r>
            <a:r>
              <a:rPr lang="en-US" sz="2000" dirty="0">
                <a:latin typeface="Times New Roman" pitchFamily="18" charset="0"/>
                <a:ea typeface="+mn-lt"/>
                <a:cs typeface="Times New Roman" pitchFamily="18" charset="0"/>
              </a:rPr>
              <a:t> Use SHAP and LIME with GPS maps, </a:t>
            </a:r>
            <a:r>
              <a:rPr lang="en-US" sz="2000" dirty="0" smtClean="0">
                <a:latin typeface="Times New Roman" pitchFamily="18" charset="0"/>
                <a:ea typeface="+mn-lt"/>
                <a:cs typeface="Times New Roman" pitchFamily="18" charset="0"/>
              </a:rPr>
              <a:t>heat maps</a:t>
            </a:r>
            <a:r>
              <a:rPr lang="en-US" sz="2000" dirty="0">
                <a:latin typeface="Times New Roman" pitchFamily="18" charset="0"/>
                <a:ea typeface="+mn-lt"/>
                <a:cs typeface="Times New Roman" pitchFamily="18" charset="0"/>
              </a:rPr>
              <a:t>, traffic, weather, and accident visualizations. </a:t>
            </a:r>
            <a:endParaRPr lang="en-US" sz="2000" dirty="0">
              <a:latin typeface="Times New Roman" pitchFamily="18" charset="0"/>
              <a:cs typeface="Times New Roman" pitchFamily="18" charset="0"/>
            </a:endParaRPr>
          </a:p>
          <a:p>
            <a:pPr algn="just">
              <a:buFont typeface="Arial"/>
              <a:buChar char="•"/>
            </a:pPr>
            <a:r>
              <a:rPr lang="en-US" sz="2000" b="1" dirty="0">
                <a:latin typeface="Times New Roman" pitchFamily="18" charset="0"/>
                <a:ea typeface="+mn-lt"/>
                <a:cs typeface="Times New Roman" pitchFamily="18" charset="0"/>
              </a:rPr>
              <a:t>Phase 4 – Integrated Dashboard:</a:t>
            </a:r>
            <a:r>
              <a:rPr lang="en-US" sz="2000" dirty="0">
                <a:latin typeface="Times New Roman" pitchFamily="18" charset="0"/>
                <a:ea typeface="+mn-lt"/>
                <a:cs typeface="Times New Roman" pitchFamily="18" charset="0"/>
              </a:rPr>
              <a:t> Combine analytics, predictions, maps, and insights into an interactive dashboard. </a:t>
            </a:r>
            <a:endParaRPr lang="en-US" sz="2000" dirty="0">
              <a:latin typeface="Times New Roman" pitchFamily="18" charset="0"/>
              <a:cs typeface="Times New Roman" pitchFamily="18" charset="0"/>
            </a:endParaRPr>
          </a:p>
          <a:p>
            <a:pPr algn="just">
              <a:buFont typeface="Arial"/>
              <a:buChar char="•"/>
            </a:pPr>
            <a:r>
              <a:rPr lang="en-US" sz="2000" b="1" dirty="0">
                <a:latin typeface="Times New Roman" pitchFamily="18" charset="0"/>
                <a:ea typeface="+mn-lt"/>
                <a:cs typeface="Times New Roman" pitchFamily="18" charset="0"/>
              </a:rPr>
              <a:t>Phase 5 – Validation &amp; Research Output:</a:t>
            </a:r>
            <a:r>
              <a:rPr lang="en-US" sz="2000" dirty="0">
                <a:latin typeface="Times New Roman" pitchFamily="18" charset="0"/>
                <a:ea typeface="+mn-lt"/>
                <a:cs typeface="Times New Roman" pitchFamily="18" charset="0"/>
              </a:rPr>
              <a:t> Validate models, improve performance, document results, and prepare the final project and research output.</a:t>
            </a:r>
            <a:endParaRPr lang="en-US" sz="2000" dirty="0">
              <a:latin typeface="Times New Roman" pitchFamily="18" charset="0"/>
              <a:cs typeface="Times New Roman" pitchFamily="18" charset="0"/>
            </a:endParaRPr>
          </a:p>
          <a:p>
            <a:pPr marL="285750" indent="-285750" algn="just">
              <a:buFont typeface="Arial"/>
              <a:buChar char="•"/>
            </a:pPr>
            <a:endParaRPr lang="en-US" sz="2000" dirty="0">
              <a:latin typeface="Times New Roman" pitchFamily="18" charset="0"/>
              <a:cs typeface="Times New Roman" pitchFamily="18" charset="0"/>
            </a:endParaRPr>
          </a:p>
        </p:txBody>
      </p:sp>
      <p:sp>
        <p:nvSpPr>
          <p:cNvPr id="6" name="Slide Number Placeholder 5">
            <a:extLst>
              <a:ext uri="{FF2B5EF4-FFF2-40B4-BE49-F238E27FC236}">
                <a16:creationId xmlns:a16="http://schemas.microsoft.com/office/drawing/2014/main" xmlns="" id="{35CA41AD-AAE7-A0EC-EB23-5DEF141CD4C9}"/>
              </a:ext>
            </a:extLst>
          </p:cNvPr>
          <p:cNvSpPr>
            <a:spLocks noGrp="1"/>
          </p:cNvSpPr>
          <p:nvPr>
            <p:ph type="sldNum" sz="quarter" idx="12"/>
          </p:nvPr>
        </p:nvSpPr>
        <p:spPr/>
        <p:txBody>
          <a:bodyPr/>
          <a:lstStyle/>
          <a:p>
            <a:fld id="{C1FF6DA9-008F-8B48-92A6-B652298478BF}" type="slidenum">
              <a:rPr lang="en-US" smtClean="0"/>
              <a:pPr/>
              <a:t>9</a:t>
            </a:fld>
            <a:endParaRPr lang="en-US"/>
          </a:p>
        </p:txBody>
      </p:sp>
      <p:pic>
        <p:nvPicPr>
          <p:cNvPr id="14338" name="Picture 2" descr="Koneru Lakshmaiah Education Foundation, Bachupally Campus Courses ..."/>
          <p:cNvPicPr>
            <a:picLocks noChangeAspect="1" noChangeArrowheads="1"/>
          </p:cNvPicPr>
          <p:nvPr/>
        </p:nvPicPr>
        <p:blipFill>
          <a:blip r:embed="rId2"/>
          <a:srcRect/>
          <a:stretch>
            <a:fillRect/>
          </a:stretch>
        </p:blipFill>
        <p:spPr bwMode="auto">
          <a:xfrm>
            <a:off x="155575" y="-783"/>
            <a:ext cx="2095500" cy="2047876"/>
          </a:xfrm>
          <a:prstGeom prst="rect">
            <a:avLst/>
          </a:prstGeom>
          <a:noFill/>
        </p:spPr>
      </p:pic>
    </p:spTree>
    <p:extLst>
      <p:ext uri="{BB962C8B-B14F-4D97-AF65-F5344CB8AC3E}">
        <p14:creationId xmlns:p14="http://schemas.microsoft.com/office/powerpoint/2010/main" xmlns="" val="25620110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7"/>
            <a:ext cx="8229600" cy="3073473"/>
          </a:xfrm>
        </p:spPr>
        <p:txBody>
          <a:bodyPr>
            <a:normAutofit fontScale="90000"/>
          </a:bodyPr>
          <a:lstStyle/>
          <a:p>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sz="6000" dirty="0" smtClean="0">
                <a:latin typeface="Times New Roman" pitchFamily="18" charset="0"/>
                <a:cs typeface="Times New Roman" pitchFamily="18" charset="0"/>
              </a:rPr>
              <a:t>Thank you</a:t>
            </a:r>
            <a:endParaRPr lang="en-US" dirty="0">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pPr/>
              <a:t>10</a:t>
            </a:fld>
            <a:endParaRPr lang="en-US"/>
          </a:p>
        </p:txBody>
      </p:sp>
      <p:pic>
        <p:nvPicPr>
          <p:cNvPr id="13314" name="Picture 2" descr="Koneru Lakshmaiah Education Foundation, Bachupally Campus Courses ..."/>
          <p:cNvPicPr>
            <a:picLocks noChangeAspect="1" noChangeArrowheads="1"/>
          </p:cNvPicPr>
          <p:nvPr/>
        </p:nvPicPr>
        <p:blipFill>
          <a:blip r:embed="rId2"/>
          <a:srcRect/>
          <a:stretch>
            <a:fillRect/>
          </a:stretch>
        </p:blipFill>
        <p:spPr bwMode="auto">
          <a:xfrm>
            <a:off x="155575" y="0"/>
            <a:ext cx="2095500" cy="2047876"/>
          </a:xfrm>
          <a:prstGeom prst="rect">
            <a:avLst/>
          </a:prstGeom>
          <a:noFill/>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193</TotalTime>
  <Words>1159</Words>
  <Application>Microsoft Office PowerPoint</Application>
  <PresentationFormat>On-screen Show (4:3)</PresentationFormat>
  <Paragraphs>87</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Slide 1</vt:lpstr>
      <vt:lpstr>Problem Statement</vt:lpstr>
      <vt:lpstr>Objectives</vt:lpstr>
      <vt:lpstr>Literature Survey </vt:lpstr>
      <vt:lpstr>Literature Survey</vt:lpstr>
      <vt:lpstr>       Research Gap Identification</vt:lpstr>
      <vt:lpstr>Innovation</vt:lpstr>
      <vt:lpstr> Feasibility</vt:lpstr>
      <vt:lpstr>Project plan</vt:lpstr>
      <vt:lpstr>     Thank you</vt:lpstr>
    </vt:vector>
  </TitlesOfParts>
  <Manager/>
  <Company/>
  <LinksUpToDate>false</LinksUpToDate>
  <SharedDoc>false</SharedDoc>
  <HyperlinkBase/>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subject/>
  <dc:creator/>
  <cp:keywords/>
  <dc:description>generated using python-pptx</dc:description>
  <cp:lastModifiedBy>Sadhana</cp:lastModifiedBy>
  <cp:revision>245</cp:revision>
  <dcterms:created xsi:type="dcterms:W3CDTF">2013-01-27T09:14:16Z</dcterms:created>
  <dcterms:modified xsi:type="dcterms:W3CDTF">2026-08-17T05:21:47Z</dcterms:modified>
  <cp:category/>
</cp:coreProperties>
</file>